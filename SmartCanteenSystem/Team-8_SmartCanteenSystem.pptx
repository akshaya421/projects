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308" r:id="rId5"/>
    <p:sldId id="310" r:id="rId6"/>
    <p:sldId id="292" r:id="rId7"/>
    <p:sldId id="293" r:id="rId8"/>
    <p:sldId id="291" r:id="rId9"/>
    <p:sldId id="294" r:id="rId10"/>
    <p:sldId id="312" r:id="rId11"/>
    <p:sldId id="309" r:id="rId12"/>
    <p:sldId id="313" r:id="rId13"/>
    <p:sldId id="298" r:id="rId14"/>
    <p:sldId id="302" r:id="rId15"/>
    <p:sldId id="303" r:id="rId16"/>
    <p:sldId id="305" r:id="rId17"/>
    <p:sldId id="306" r:id="rId18"/>
    <p:sldId id="299" r:id="rId19"/>
    <p:sldId id="300" r:id="rId20"/>
    <p:sldId id="301" r:id="rId21"/>
    <p:sldId id="28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4492A2-BA1A-4ACA-B86C-79D39B1C9DBF}" v="84" dt="2026-04-22T14:08:09.3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20" autoAdjust="0"/>
    <p:restoredTop sz="95711" autoAdjust="0"/>
  </p:normalViewPr>
  <p:slideViewPr>
    <p:cSldViewPr snapToGrid="0">
      <p:cViewPr varScale="1">
        <p:scale>
          <a:sx n="95" d="100"/>
          <a:sy n="95" d="100"/>
        </p:scale>
        <p:origin x="235"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ya Gunda" userId="d94b0d980c3eb507" providerId="LiveId" clId="{EBDCDA3D-EB0E-4AA7-A53D-20F93FA9428E}"/>
    <pc:docChg chg="undo custSel addSld delSld modSld sldOrd">
      <pc:chgData name="Akshaya Gunda" userId="d94b0d980c3eb507" providerId="LiveId" clId="{EBDCDA3D-EB0E-4AA7-A53D-20F93FA9428E}" dt="2026-04-24T10:20:16.298" v="4520" actId="2696"/>
      <pc:docMkLst>
        <pc:docMk/>
      </pc:docMkLst>
      <pc:sldChg chg="modSp mod">
        <pc:chgData name="Akshaya Gunda" userId="d94b0d980c3eb507" providerId="LiveId" clId="{EBDCDA3D-EB0E-4AA7-A53D-20F93FA9428E}" dt="2026-04-24T05:53:27.486" v="4518" actId="20577"/>
        <pc:sldMkLst>
          <pc:docMk/>
          <pc:sldMk cId="4143944296" sldId="256"/>
        </pc:sldMkLst>
        <pc:spChg chg="mod">
          <ac:chgData name="Akshaya Gunda" userId="d94b0d980c3eb507" providerId="LiveId" clId="{EBDCDA3D-EB0E-4AA7-A53D-20F93FA9428E}" dt="2026-04-22T14:08:24.015" v="4513" actId="207"/>
          <ac:spMkLst>
            <pc:docMk/>
            <pc:sldMk cId="4143944296" sldId="256"/>
            <ac:spMk id="8" creationId="{722F9279-C917-AC72-0956-94B045A1410F}"/>
          </ac:spMkLst>
        </pc:spChg>
        <pc:spChg chg="mod">
          <ac:chgData name="Akshaya Gunda" userId="d94b0d980c3eb507" providerId="LiveId" clId="{EBDCDA3D-EB0E-4AA7-A53D-20F93FA9428E}" dt="2026-04-01T12:59:35.634" v="249" actId="20577"/>
          <ac:spMkLst>
            <pc:docMk/>
            <pc:sldMk cId="4143944296" sldId="256"/>
            <ac:spMk id="12" creationId="{05C35B68-CD3F-3D6E-A775-6C13D3BE0C90}"/>
          </ac:spMkLst>
        </pc:spChg>
        <pc:spChg chg="mod">
          <ac:chgData name="Akshaya Gunda" userId="d94b0d980c3eb507" providerId="LiveId" clId="{EBDCDA3D-EB0E-4AA7-A53D-20F93FA9428E}" dt="2026-04-24T05:53:27.486" v="4518" actId="20577"/>
          <ac:spMkLst>
            <pc:docMk/>
            <pc:sldMk cId="4143944296" sldId="256"/>
            <ac:spMk id="16" creationId="{1C9A9207-049F-912F-FACB-DABCAE47A77A}"/>
          </ac:spMkLst>
        </pc:spChg>
        <pc:spChg chg="mod">
          <ac:chgData name="Akshaya Gunda" userId="d94b0d980c3eb507" providerId="LiveId" clId="{EBDCDA3D-EB0E-4AA7-A53D-20F93FA9428E}" dt="2026-04-21T16:45:07.231" v="4037" actId="20577"/>
          <ac:spMkLst>
            <pc:docMk/>
            <pc:sldMk cId="4143944296" sldId="256"/>
            <ac:spMk id="18" creationId="{9103D597-DEFF-77D8-E6F8-D85E9991AAC9}"/>
          </ac:spMkLst>
        </pc:spChg>
      </pc:sldChg>
      <pc:sldChg chg="modSp mod">
        <pc:chgData name="Akshaya Gunda" userId="d94b0d980c3eb507" providerId="LiveId" clId="{EBDCDA3D-EB0E-4AA7-A53D-20F93FA9428E}" dt="2026-04-09T07:22:24.184" v="3788" actId="20577"/>
        <pc:sldMkLst>
          <pc:docMk/>
          <pc:sldMk cId="2341621853" sldId="257"/>
        </pc:sldMkLst>
        <pc:spChg chg="mod">
          <ac:chgData name="Akshaya Gunda" userId="d94b0d980c3eb507" providerId="LiveId" clId="{EBDCDA3D-EB0E-4AA7-A53D-20F93FA9428E}" dt="2026-04-09T07:22:24.184" v="3788" actId="20577"/>
          <ac:spMkLst>
            <pc:docMk/>
            <pc:sldMk cId="2341621853" sldId="257"/>
            <ac:spMk id="5" creationId="{5DF3ED19-AFF8-C60E-1141-DDB25CAA78BB}"/>
          </ac:spMkLst>
        </pc:spChg>
      </pc:sldChg>
      <pc:sldChg chg="modSp mod">
        <pc:chgData name="Akshaya Gunda" userId="d94b0d980c3eb507" providerId="LiveId" clId="{EBDCDA3D-EB0E-4AA7-A53D-20F93FA9428E}" dt="2026-04-09T07:21:48.173" v="3777" actId="20577"/>
        <pc:sldMkLst>
          <pc:docMk/>
          <pc:sldMk cId="4158415112" sldId="258"/>
        </pc:sldMkLst>
        <pc:spChg chg="mod">
          <ac:chgData name="Akshaya Gunda" userId="d94b0d980c3eb507" providerId="LiveId" clId="{EBDCDA3D-EB0E-4AA7-A53D-20F93FA9428E}" dt="2026-04-08T14:55:34.742" v="3071" actId="113"/>
          <ac:spMkLst>
            <pc:docMk/>
            <pc:sldMk cId="4158415112" sldId="258"/>
            <ac:spMk id="2" creationId="{2C490CA4-2309-7917-870A-AC651507614A}"/>
          </ac:spMkLst>
        </pc:spChg>
        <pc:spChg chg="mod">
          <ac:chgData name="Akshaya Gunda" userId="d94b0d980c3eb507" providerId="LiveId" clId="{EBDCDA3D-EB0E-4AA7-A53D-20F93FA9428E}" dt="2026-04-09T07:21:48.173" v="3777" actId="20577"/>
          <ac:spMkLst>
            <pc:docMk/>
            <pc:sldMk cId="4158415112" sldId="258"/>
            <ac:spMk id="3" creationId="{0671083F-1597-2AF5-D68A-A8B8BA469A2C}"/>
          </ac:spMkLst>
        </pc:spChg>
      </pc:sldChg>
      <pc:sldChg chg="ord">
        <pc:chgData name="Akshaya Gunda" userId="d94b0d980c3eb507" providerId="LiveId" clId="{EBDCDA3D-EB0E-4AA7-A53D-20F93FA9428E}" dt="2026-04-01T13:50:16.589" v="1761"/>
        <pc:sldMkLst>
          <pc:docMk/>
          <pc:sldMk cId="2973792386" sldId="289"/>
        </pc:sldMkLst>
      </pc:sldChg>
      <pc:sldChg chg="addSp delSp modSp new mod ord modClrScheme chgLayout">
        <pc:chgData name="Akshaya Gunda" userId="d94b0d980c3eb507" providerId="LiveId" clId="{EBDCDA3D-EB0E-4AA7-A53D-20F93FA9428E}" dt="2026-04-22T14:10:12.326" v="4515"/>
        <pc:sldMkLst>
          <pc:docMk/>
          <pc:sldMk cId="2670724127" sldId="291"/>
        </pc:sldMkLst>
        <pc:spChg chg="mod ord">
          <ac:chgData name="Akshaya Gunda" userId="d94b0d980c3eb507" providerId="LiveId" clId="{EBDCDA3D-EB0E-4AA7-A53D-20F93FA9428E}" dt="2026-04-21T16:57:18.729" v="4398" actId="20577"/>
          <ac:spMkLst>
            <pc:docMk/>
            <pc:sldMk cId="2670724127" sldId="291"/>
            <ac:spMk id="2" creationId="{4037EA21-BC16-DBD8-41DD-B8F586976FFC}"/>
          </ac:spMkLst>
        </pc:spChg>
        <pc:spChg chg="add mod">
          <ac:chgData name="Akshaya Gunda" userId="d94b0d980c3eb507" providerId="LiveId" clId="{EBDCDA3D-EB0E-4AA7-A53D-20F93FA9428E}" dt="2026-04-08T14:57:07.305" v="3103" actId="2711"/>
          <ac:spMkLst>
            <pc:docMk/>
            <pc:sldMk cId="2670724127" sldId="291"/>
            <ac:spMk id="5" creationId="{1091254A-19C5-13A0-6CBD-D8C8487B5D15}"/>
          </ac:spMkLst>
        </pc:spChg>
      </pc:sldChg>
      <pc:sldChg chg="modSp new mod ord">
        <pc:chgData name="Akshaya Gunda" userId="d94b0d980c3eb507" providerId="LiveId" clId="{EBDCDA3D-EB0E-4AA7-A53D-20F93FA9428E}" dt="2026-04-22T14:08:09.474" v="4510" actId="27636"/>
        <pc:sldMkLst>
          <pc:docMk/>
          <pc:sldMk cId="2257049702" sldId="292"/>
        </pc:sldMkLst>
        <pc:spChg chg="mod">
          <ac:chgData name="Akshaya Gunda" userId="d94b0d980c3eb507" providerId="LiveId" clId="{EBDCDA3D-EB0E-4AA7-A53D-20F93FA9428E}" dt="2026-04-22T14:08:09.315" v="4509"/>
          <ac:spMkLst>
            <pc:docMk/>
            <pc:sldMk cId="2257049702" sldId="292"/>
            <ac:spMk id="2" creationId="{A1692A6E-86BE-FCB9-DD97-98AD68C86088}"/>
          </ac:spMkLst>
        </pc:spChg>
        <pc:spChg chg="mod">
          <ac:chgData name="Akshaya Gunda" userId="d94b0d980c3eb507" providerId="LiveId" clId="{EBDCDA3D-EB0E-4AA7-A53D-20F93FA9428E}" dt="2026-04-22T14:08:09.474" v="4510" actId="27636"/>
          <ac:spMkLst>
            <pc:docMk/>
            <pc:sldMk cId="2257049702" sldId="292"/>
            <ac:spMk id="3" creationId="{250CF845-96D8-E1EA-D99F-322BC3D6CE80}"/>
          </ac:spMkLst>
        </pc:spChg>
      </pc:sldChg>
      <pc:sldChg chg="addSp delSp modSp new mod ord">
        <pc:chgData name="Akshaya Gunda" userId="d94b0d980c3eb507" providerId="LiveId" clId="{EBDCDA3D-EB0E-4AA7-A53D-20F93FA9428E}" dt="2026-04-22T14:10:13.859" v="4517"/>
        <pc:sldMkLst>
          <pc:docMk/>
          <pc:sldMk cId="542638569" sldId="293"/>
        </pc:sldMkLst>
        <pc:spChg chg="mod">
          <ac:chgData name="Akshaya Gunda" userId="d94b0d980c3eb507" providerId="LiveId" clId="{EBDCDA3D-EB0E-4AA7-A53D-20F93FA9428E}" dt="2026-04-12T18:43:37.873" v="4017" actId="20577"/>
          <ac:spMkLst>
            <pc:docMk/>
            <pc:sldMk cId="542638569" sldId="293"/>
            <ac:spMk id="2" creationId="{FC83BF47-A0A5-9462-65EE-4883E13507A3}"/>
          </ac:spMkLst>
        </pc:spChg>
      </pc:sldChg>
      <pc:sldChg chg="modSp new mod">
        <pc:chgData name="Akshaya Gunda" userId="d94b0d980c3eb507" providerId="LiveId" clId="{EBDCDA3D-EB0E-4AA7-A53D-20F93FA9428E}" dt="2026-04-09T07:26:02.094" v="3789" actId="20577"/>
        <pc:sldMkLst>
          <pc:docMk/>
          <pc:sldMk cId="2516601100" sldId="294"/>
        </pc:sldMkLst>
        <pc:spChg chg="mod">
          <ac:chgData name="Akshaya Gunda" userId="d94b0d980c3eb507" providerId="LiveId" clId="{EBDCDA3D-EB0E-4AA7-A53D-20F93FA9428E}" dt="2026-04-09T07:26:02.094" v="3789" actId="20577"/>
          <ac:spMkLst>
            <pc:docMk/>
            <pc:sldMk cId="2516601100" sldId="294"/>
            <ac:spMk id="2" creationId="{71A93D4B-0E97-01DC-66DF-BCA1BC47D37A}"/>
          </ac:spMkLst>
        </pc:spChg>
      </pc:sldChg>
      <pc:sldChg chg="addSp delSp modSp new mod">
        <pc:chgData name="Akshaya Gunda" userId="d94b0d980c3eb507" providerId="LiveId" clId="{EBDCDA3D-EB0E-4AA7-A53D-20F93FA9428E}" dt="2026-04-22T14:07:53.001" v="4499" actId="1076"/>
        <pc:sldMkLst>
          <pc:docMk/>
          <pc:sldMk cId="2009660780" sldId="298"/>
        </pc:sldMkLst>
        <pc:spChg chg="mod">
          <ac:chgData name="Akshaya Gunda" userId="d94b0d980c3eb507" providerId="LiveId" clId="{EBDCDA3D-EB0E-4AA7-A53D-20F93FA9428E}" dt="2026-04-22T14:07:52.921" v="4497"/>
          <ac:spMkLst>
            <pc:docMk/>
            <pc:sldMk cId="2009660780" sldId="298"/>
            <ac:spMk id="2" creationId="{13195954-E5EC-6917-DBFD-B723D0DF04EB}"/>
          </ac:spMkLst>
        </pc:spChg>
        <pc:picChg chg="add mod">
          <ac:chgData name="Akshaya Gunda" userId="d94b0d980c3eb507" providerId="LiveId" clId="{EBDCDA3D-EB0E-4AA7-A53D-20F93FA9428E}" dt="2026-04-22T14:07:53.001" v="4499" actId="1076"/>
          <ac:picMkLst>
            <pc:docMk/>
            <pc:sldMk cId="2009660780" sldId="298"/>
            <ac:picMk id="5" creationId="{9724A738-4E05-965E-E10F-7C6A4B8F3252}"/>
          </ac:picMkLst>
        </pc:picChg>
      </pc:sldChg>
      <pc:sldChg chg="modSp new mod">
        <pc:chgData name="Akshaya Gunda" userId="d94b0d980c3eb507" providerId="LiveId" clId="{EBDCDA3D-EB0E-4AA7-A53D-20F93FA9428E}" dt="2026-04-08T15:05:43.752" v="3505" actId="20577"/>
        <pc:sldMkLst>
          <pc:docMk/>
          <pc:sldMk cId="745490632" sldId="299"/>
        </pc:sldMkLst>
        <pc:spChg chg="mod">
          <ac:chgData name="Akshaya Gunda" userId="d94b0d980c3eb507" providerId="LiveId" clId="{EBDCDA3D-EB0E-4AA7-A53D-20F93FA9428E}" dt="2026-04-08T15:05:43.752" v="3505" actId="20577"/>
          <ac:spMkLst>
            <pc:docMk/>
            <pc:sldMk cId="745490632" sldId="299"/>
            <ac:spMk id="2" creationId="{45767B89-F70A-E77D-7A6D-5A07750E8A87}"/>
          </ac:spMkLst>
        </pc:spChg>
      </pc:sldChg>
      <pc:sldChg chg="modSp new mod">
        <pc:chgData name="Akshaya Gunda" userId="d94b0d980c3eb507" providerId="LiveId" clId="{EBDCDA3D-EB0E-4AA7-A53D-20F93FA9428E}" dt="2026-04-09T08:36:21.094" v="3917" actId="20577"/>
        <pc:sldMkLst>
          <pc:docMk/>
          <pc:sldMk cId="3495911692" sldId="300"/>
        </pc:sldMkLst>
        <pc:spChg chg="mod">
          <ac:chgData name="Akshaya Gunda" userId="d94b0d980c3eb507" providerId="LiveId" clId="{EBDCDA3D-EB0E-4AA7-A53D-20F93FA9428E}" dt="2026-04-09T08:36:21.094" v="3917" actId="20577"/>
          <ac:spMkLst>
            <pc:docMk/>
            <pc:sldMk cId="3495911692" sldId="300"/>
            <ac:spMk id="2" creationId="{76C87FDE-2EEF-0A24-1388-E2008999DF00}"/>
          </ac:spMkLst>
        </pc:spChg>
      </pc:sldChg>
      <pc:sldChg chg="modSp new mod">
        <pc:chgData name="Akshaya Gunda" userId="d94b0d980c3eb507" providerId="LiveId" clId="{EBDCDA3D-EB0E-4AA7-A53D-20F93FA9428E}" dt="2026-04-08T15:05:24.995" v="3493" actId="113"/>
        <pc:sldMkLst>
          <pc:docMk/>
          <pc:sldMk cId="403079808" sldId="301"/>
        </pc:sldMkLst>
        <pc:spChg chg="mod">
          <ac:chgData name="Akshaya Gunda" userId="d94b0d980c3eb507" providerId="LiveId" clId="{EBDCDA3D-EB0E-4AA7-A53D-20F93FA9428E}" dt="2026-04-08T15:05:24.995" v="3493" actId="113"/>
          <ac:spMkLst>
            <pc:docMk/>
            <pc:sldMk cId="403079808" sldId="301"/>
            <ac:spMk id="2" creationId="{E75B2616-0842-AFE2-3D4A-6E147C8E24A7}"/>
          </ac:spMkLst>
        </pc:spChg>
      </pc:sldChg>
      <pc:sldChg chg="addSp delSp modSp new mod">
        <pc:chgData name="Akshaya Gunda" userId="d94b0d980c3eb507" providerId="LiveId" clId="{EBDCDA3D-EB0E-4AA7-A53D-20F93FA9428E}" dt="2026-04-22T14:08:09.524" v="4511" actId="27636"/>
        <pc:sldMkLst>
          <pc:docMk/>
          <pc:sldMk cId="407644864" sldId="302"/>
        </pc:sldMkLst>
        <pc:spChg chg="add mod">
          <ac:chgData name="Akshaya Gunda" userId="d94b0d980c3eb507" providerId="LiveId" clId="{EBDCDA3D-EB0E-4AA7-A53D-20F93FA9428E}" dt="2026-04-22T14:08:09.524" v="4511" actId="27636"/>
          <ac:spMkLst>
            <pc:docMk/>
            <pc:sldMk cId="407644864" sldId="302"/>
            <ac:spMk id="4" creationId="{B1A03F8F-5C14-4C6B-4AFA-58782AA9F156}"/>
          </ac:spMkLst>
        </pc:spChg>
        <pc:picChg chg="add mod">
          <ac:chgData name="Akshaya Gunda" userId="d94b0d980c3eb507" providerId="LiveId" clId="{EBDCDA3D-EB0E-4AA7-A53D-20F93FA9428E}" dt="2026-04-21T16:51:18.108" v="4075" actId="14100"/>
          <ac:picMkLst>
            <pc:docMk/>
            <pc:sldMk cId="407644864" sldId="302"/>
            <ac:picMk id="3" creationId="{3EDA49E0-27FB-6011-5B73-E783E2D15061}"/>
          </ac:picMkLst>
        </pc:picChg>
      </pc:sldChg>
      <pc:sldChg chg="addSp delSp modSp new mod">
        <pc:chgData name="Akshaya Gunda" userId="d94b0d980c3eb507" providerId="LiveId" clId="{EBDCDA3D-EB0E-4AA7-A53D-20F93FA9428E}" dt="2026-04-21T16:53:55.837" v="4326" actId="14100"/>
        <pc:sldMkLst>
          <pc:docMk/>
          <pc:sldMk cId="3182328564" sldId="303"/>
        </pc:sldMkLst>
        <pc:spChg chg="mod">
          <ac:chgData name="Akshaya Gunda" userId="d94b0d980c3eb507" providerId="LiveId" clId="{EBDCDA3D-EB0E-4AA7-A53D-20F93FA9428E}" dt="2026-04-21T16:53:49.335" v="4325" actId="20577"/>
          <ac:spMkLst>
            <pc:docMk/>
            <pc:sldMk cId="3182328564" sldId="303"/>
            <ac:spMk id="2" creationId="{4DA1DEA2-2060-A80A-5D2A-947F6784C24B}"/>
          </ac:spMkLst>
        </pc:spChg>
        <pc:picChg chg="add mod">
          <ac:chgData name="Akshaya Gunda" userId="d94b0d980c3eb507" providerId="LiveId" clId="{EBDCDA3D-EB0E-4AA7-A53D-20F93FA9428E}" dt="2026-04-21T16:52:16.957" v="4086" actId="14100"/>
          <ac:picMkLst>
            <pc:docMk/>
            <pc:sldMk cId="3182328564" sldId="303"/>
            <ac:picMk id="6" creationId="{2C486D8B-0632-E49B-FD1E-0BCDC62F7D85}"/>
          </ac:picMkLst>
        </pc:picChg>
        <pc:picChg chg="add mod">
          <ac:chgData name="Akshaya Gunda" userId="d94b0d980c3eb507" providerId="LiveId" clId="{EBDCDA3D-EB0E-4AA7-A53D-20F93FA9428E}" dt="2026-04-21T16:53:55.837" v="4326" actId="14100"/>
          <ac:picMkLst>
            <pc:docMk/>
            <pc:sldMk cId="3182328564" sldId="303"/>
            <ac:picMk id="7" creationId="{12950059-464F-F97C-0BE3-D219B357AB44}"/>
          </ac:picMkLst>
        </pc:picChg>
      </pc:sldChg>
      <pc:sldChg chg="addSp delSp modSp new mod">
        <pc:chgData name="Akshaya Gunda" userId="d94b0d980c3eb507" providerId="LiveId" clId="{EBDCDA3D-EB0E-4AA7-A53D-20F93FA9428E}" dt="2026-04-22T14:08:09.548" v="4512" actId="27636"/>
        <pc:sldMkLst>
          <pc:docMk/>
          <pc:sldMk cId="3815441082" sldId="305"/>
        </pc:sldMkLst>
        <pc:spChg chg="mod">
          <ac:chgData name="Akshaya Gunda" userId="d94b0d980c3eb507" providerId="LiveId" clId="{EBDCDA3D-EB0E-4AA7-A53D-20F93FA9428E}" dt="2026-04-22T14:08:09.548" v="4512" actId="27636"/>
          <ac:spMkLst>
            <pc:docMk/>
            <pc:sldMk cId="3815441082" sldId="305"/>
            <ac:spMk id="2" creationId="{F766DFA1-2AAF-2359-489F-5A500C4D3D5A}"/>
          </ac:spMkLst>
        </pc:spChg>
        <pc:picChg chg="add mod">
          <ac:chgData name="Akshaya Gunda" userId="d94b0d980c3eb507" providerId="LiveId" clId="{EBDCDA3D-EB0E-4AA7-A53D-20F93FA9428E}" dt="2026-04-21T16:54:59.532" v="4334" actId="14100"/>
          <ac:picMkLst>
            <pc:docMk/>
            <pc:sldMk cId="3815441082" sldId="305"/>
            <ac:picMk id="5" creationId="{B7AD10C3-3FA0-4361-3208-8AE3E54C793F}"/>
          </ac:picMkLst>
        </pc:picChg>
      </pc:sldChg>
      <pc:sldChg chg="addSp delSp modSp new mod">
        <pc:chgData name="Akshaya Gunda" userId="d94b0d980c3eb507" providerId="LiveId" clId="{EBDCDA3D-EB0E-4AA7-A53D-20F93FA9428E}" dt="2026-04-21T16:55:46.933" v="4380" actId="1076"/>
        <pc:sldMkLst>
          <pc:docMk/>
          <pc:sldMk cId="3922844295" sldId="306"/>
        </pc:sldMkLst>
        <pc:spChg chg="mod">
          <ac:chgData name="Akshaya Gunda" userId="d94b0d980c3eb507" providerId="LiveId" clId="{EBDCDA3D-EB0E-4AA7-A53D-20F93FA9428E}" dt="2026-04-21T16:55:37.081" v="4375" actId="20577"/>
          <ac:spMkLst>
            <pc:docMk/>
            <pc:sldMk cId="3922844295" sldId="306"/>
            <ac:spMk id="2" creationId="{10518641-4658-BEB7-685A-7C98D6FE5F48}"/>
          </ac:spMkLst>
        </pc:spChg>
        <pc:picChg chg="add mod">
          <ac:chgData name="Akshaya Gunda" userId="d94b0d980c3eb507" providerId="LiveId" clId="{EBDCDA3D-EB0E-4AA7-A53D-20F93FA9428E}" dt="2026-04-21T16:55:46.933" v="4380" actId="1076"/>
          <ac:picMkLst>
            <pc:docMk/>
            <pc:sldMk cId="3922844295" sldId="306"/>
            <ac:picMk id="5" creationId="{0E91A1B9-9E4E-3418-8E3F-2D604D764ACB}"/>
          </ac:picMkLst>
        </pc:picChg>
      </pc:sldChg>
      <pc:sldChg chg="modSp new mod ord">
        <pc:chgData name="Akshaya Gunda" userId="d94b0d980c3eb507" providerId="LiveId" clId="{EBDCDA3D-EB0E-4AA7-A53D-20F93FA9428E}" dt="2026-04-22T13:56:39.396" v="4445" actId="1036"/>
        <pc:sldMkLst>
          <pc:docMk/>
          <pc:sldMk cId="148123276" sldId="308"/>
        </pc:sldMkLst>
        <pc:spChg chg="mod">
          <ac:chgData name="Akshaya Gunda" userId="d94b0d980c3eb507" providerId="LiveId" clId="{EBDCDA3D-EB0E-4AA7-A53D-20F93FA9428E}" dt="2026-04-22T13:56:39.396" v="4445" actId="1036"/>
          <ac:spMkLst>
            <pc:docMk/>
            <pc:sldMk cId="148123276" sldId="308"/>
            <ac:spMk id="2" creationId="{3081896B-4F49-D278-8292-97319450C3EB}"/>
          </ac:spMkLst>
        </pc:spChg>
        <pc:spChg chg="mod">
          <ac:chgData name="Akshaya Gunda" userId="d94b0d980c3eb507" providerId="LiveId" clId="{EBDCDA3D-EB0E-4AA7-A53D-20F93FA9428E}" dt="2026-04-08T14:53:48.401" v="3063" actId="20577"/>
          <ac:spMkLst>
            <pc:docMk/>
            <pc:sldMk cId="148123276" sldId="308"/>
            <ac:spMk id="3" creationId="{F1F076E8-4787-9315-C206-6A4F8F2537F6}"/>
          </ac:spMkLst>
        </pc:spChg>
      </pc:sldChg>
      <pc:sldChg chg="addSp modSp new mod">
        <pc:chgData name="Akshaya Gunda" userId="d94b0d980c3eb507" providerId="LiveId" clId="{EBDCDA3D-EB0E-4AA7-A53D-20F93FA9428E}" dt="2026-04-08T14:41:21.048" v="2993" actId="1076"/>
        <pc:sldMkLst>
          <pc:docMk/>
          <pc:sldMk cId="325985794" sldId="309"/>
        </pc:sldMkLst>
        <pc:picChg chg="add mod">
          <ac:chgData name="Akshaya Gunda" userId="d94b0d980c3eb507" providerId="LiveId" clId="{EBDCDA3D-EB0E-4AA7-A53D-20F93FA9428E}" dt="2026-04-08T14:41:21.048" v="2993" actId="1076"/>
          <ac:picMkLst>
            <pc:docMk/>
            <pc:sldMk cId="325985794" sldId="309"/>
            <ac:picMk id="3" creationId="{EFD62E5F-330E-A098-59E6-71C65BFF4C00}"/>
          </ac:picMkLst>
        </pc:picChg>
      </pc:sldChg>
      <pc:sldChg chg="addSp delSp modSp new mod">
        <pc:chgData name="Akshaya Gunda" userId="d94b0d980c3eb507" providerId="LiveId" clId="{EBDCDA3D-EB0E-4AA7-A53D-20F93FA9428E}" dt="2026-04-21T16:47:03.835" v="4048" actId="14734"/>
        <pc:sldMkLst>
          <pc:docMk/>
          <pc:sldMk cId="3441406592" sldId="310"/>
        </pc:sldMkLst>
        <pc:spChg chg="add mod">
          <ac:chgData name="Akshaya Gunda" userId="d94b0d980c3eb507" providerId="LiveId" clId="{EBDCDA3D-EB0E-4AA7-A53D-20F93FA9428E}" dt="2026-04-09T03:46:09.798" v="3620" actId="2711"/>
          <ac:spMkLst>
            <pc:docMk/>
            <pc:sldMk cId="3441406592" sldId="310"/>
            <ac:spMk id="5" creationId="{F572C555-0FA0-F482-6CCF-D3E100260890}"/>
          </ac:spMkLst>
        </pc:spChg>
        <pc:graphicFrameChg chg="add mod modGraphic">
          <ac:chgData name="Akshaya Gunda" userId="d94b0d980c3eb507" providerId="LiveId" clId="{EBDCDA3D-EB0E-4AA7-A53D-20F93FA9428E}" dt="2026-04-21T16:47:03.835" v="4048" actId="14734"/>
          <ac:graphicFrameMkLst>
            <pc:docMk/>
            <pc:sldMk cId="3441406592" sldId="310"/>
            <ac:graphicFrameMk id="4" creationId="{5FFEA7F7-2A29-45A3-90C7-3B6120BB3B53}"/>
          </ac:graphicFrameMkLst>
        </pc:graphicFrameChg>
      </pc:sldChg>
      <pc:sldChg chg="addSp delSp modSp new mod">
        <pc:chgData name="Akshaya Gunda" userId="d94b0d980c3eb507" providerId="LiveId" clId="{EBDCDA3D-EB0E-4AA7-A53D-20F93FA9428E}" dt="2026-04-21T16:49:33.343" v="4064" actId="14100"/>
        <pc:sldMkLst>
          <pc:docMk/>
          <pc:sldMk cId="3629692993" sldId="312"/>
        </pc:sldMkLst>
        <pc:picChg chg="add mod">
          <ac:chgData name="Akshaya Gunda" userId="d94b0d980c3eb507" providerId="LiveId" clId="{EBDCDA3D-EB0E-4AA7-A53D-20F93FA9428E}" dt="2026-04-21T16:49:33.343" v="4064" actId="14100"/>
          <ac:picMkLst>
            <pc:docMk/>
            <pc:sldMk cId="3629692993" sldId="312"/>
            <ac:picMk id="4" creationId="{C5F85232-C242-7C26-4603-6B797AE05DBC}"/>
          </ac:picMkLst>
        </pc:picChg>
      </pc:sldChg>
      <pc:sldChg chg="addSp modSp new mod ord">
        <pc:chgData name="Akshaya Gunda" userId="d94b0d980c3eb507" providerId="LiveId" clId="{EBDCDA3D-EB0E-4AA7-A53D-20F93FA9428E}" dt="2026-04-22T13:52:36.836" v="4428"/>
        <pc:sldMkLst>
          <pc:docMk/>
          <pc:sldMk cId="641412160" sldId="313"/>
        </pc:sldMkLst>
        <pc:spChg chg="mod">
          <ac:chgData name="Akshaya Gunda" userId="d94b0d980c3eb507" providerId="LiveId" clId="{EBDCDA3D-EB0E-4AA7-A53D-20F93FA9428E}" dt="2026-04-22T13:51:53.281" v="4422" actId="1076"/>
          <ac:spMkLst>
            <pc:docMk/>
            <pc:sldMk cId="641412160" sldId="313"/>
            <ac:spMk id="2" creationId="{6AB5D2E6-C124-F5AF-E261-7352566D991A}"/>
          </ac:spMkLst>
        </pc:spChg>
        <pc:picChg chg="add mod">
          <ac:chgData name="Akshaya Gunda" userId="d94b0d980c3eb507" providerId="LiveId" clId="{EBDCDA3D-EB0E-4AA7-A53D-20F93FA9428E}" dt="2026-04-22T13:52:26.696" v="4426" actId="14100"/>
          <ac:picMkLst>
            <pc:docMk/>
            <pc:sldMk cId="641412160" sldId="313"/>
            <ac:picMk id="4" creationId="{CE5A615A-84CC-FDE0-607F-30171B598533}"/>
          </ac:picMkLst>
        </pc:picChg>
      </pc:sldChg>
      <pc:sldChg chg="new del">
        <pc:chgData name="Akshaya Gunda" userId="d94b0d980c3eb507" providerId="LiveId" clId="{EBDCDA3D-EB0E-4AA7-A53D-20F93FA9428E}" dt="2026-04-24T10:20:16.298" v="4520" actId="2696"/>
        <pc:sldMkLst>
          <pc:docMk/>
          <pc:sldMk cId="2400558409" sldId="31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893E-74B4-AE02-1D48-03E14C0C14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9B4430-F280-B541-EF6F-CB41C0673D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84C3F2-DB45-D374-4AA6-CAAE8842055B}"/>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5" name="Footer Placeholder 4">
            <a:extLst>
              <a:ext uri="{FF2B5EF4-FFF2-40B4-BE49-F238E27FC236}">
                <a16:creationId xmlns:a16="http://schemas.microsoft.com/office/drawing/2014/main" id="{22228460-0C05-E208-9743-B55080690B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34B329-458A-608B-5C69-6D53474F41C5}"/>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351879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B681F-D28F-0C3B-237F-0930503FD8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E9F737-DF18-6F3E-BB39-0DCADCD41E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F40D71-3EF5-42EC-908D-496690F130AA}"/>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5" name="Footer Placeholder 4">
            <a:extLst>
              <a:ext uri="{FF2B5EF4-FFF2-40B4-BE49-F238E27FC236}">
                <a16:creationId xmlns:a16="http://schemas.microsoft.com/office/drawing/2014/main" id="{0E956FE0-6D4F-4753-BE5B-8CFCD54B74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701F0F-E4B8-EF05-0666-7CBC85FC3414}"/>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2022918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27FDC-2F0C-A7FE-2765-40457AE8FB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B1B8AD1-47ED-6BF4-D603-0D87763E50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8F46B9-F84C-5A8B-1C4F-F37C6D270EC2}"/>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5" name="Footer Placeholder 4">
            <a:extLst>
              <a:ext uri="{FF2B5EF4-FFF2-40B4-BE49-F238E27FC236}">
                <a16:creationId xmlns:a16="http://schemas.microsoft.com/office/drawing/2014/main" id="{F9E4792E-4715-A857-C352-66B4B99891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066D88-2D64-1C28-0AF3-B55F3916A4A6}"/>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771366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2930D-678F-5DE4-CB63-A0886C512F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C7FDD9-E68C-1778-5B65-6F6DE46513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E550A0-8502-F562-6618-DA2A420DE9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94FECF8-C2F3-F814-D9AF-6F71380DCE46}"/>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6" name="Footer Placeholder 5">
            <a:extLst>
              <a:ext uri="{FF2B5EF4-FFF2-40B4-BE49-F238E27FC236}">
                <a16:creationId xmlns:a16="http://schemas.microsoft.com/office/drawing/2014/main" id="{363A3474-E2D7-696A-0B1C-A86B0BAF3E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538A64-C21E-BA8D-9B60-ACE9DF06BB27}"/>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1269273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FDA84-E0F0-0A62-F17F-BDB7BADAF8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B1EEFA-AA3E-056B-2CFF-145FC220CF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944D91-F32F-55A5-F1CB-F7FAA62EAC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C336C1-9808-8351-DF18-344579E7F5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3544CE-CBEE-D796-E3B7-E4B651B80E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1E539FA-EC58-FF24-B550-7E8B7B918089}"/>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8" name="Footer Placeholder 7">
            <a:extLst>
              <a:ext uri="{FF2B5EF4-FFF2-40B4-BE49-F238E27FC236}">
                <a16:creationId xmlns:a16="http://schemas.microsoft.com/office/drawing/2014/main" id="{CD544373-DDFF-D85F-6C61-24EFEB7EB46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7DA337A-7632-8A12-5833-A78690490311}"/>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3857807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D8D8C-B464-2619-C8AC-FADEC6DE07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9B4BAB-97EB-D9D2-0D3D-557282D0BB78}"/>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4" name="Footer Placeholder 3">
            <a:extLst>
              <a:ext uri="{FF2B5EF4-FFF2-40B4-BE49-F238E27FC236}">
                <a16:creationId xmlns:a16="http://schemas.microsoft.com/office/drawing/2014/main" id="{6BE57461-7AE2-5D18-141F-FD8E73BCE6E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91A7C8-58E5-7B29-DC73-A09C61E6081C}"/>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2387482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4C1D2F-AE5B-D5B2-FC67-B8C646CCC8C2}"/>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3" name="Footer Placeholder 2">
            <a:extLst>
              <a:ext uri="{FF2B5EF4-FFF2-40B4-BE49-F238E27FC236}">
                <a16:creationId xmlns:a16="http://schemas.microsoft.com/office/drawing/2014/main" id="{B92A20BB-5700-39B8-2AC6-8222530A779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6EA155A-A782-F37A-C3D3-4F0877BD7FD2}"/>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1278781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287E4-4EA5-E33B-A645-03142C81D6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FA1C38D-4FE3-0BB2-ABE8-CD6CAE7194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763B562-B792-10D2-1DEF-420522FB8C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0FE554-D458-18E0-5BE2-12D5E4EC42D1}"/>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6" name="Footer Placeholder 5">
            <a:extLst>
              <a:ext uri="{FF2B5EF4-FFF2-40B4-BE49-F238E27FC236}">
                <a16:creationId xmlns:a16="http://schemas.microsoft.com/office/drawing/2014/main" id="{1807B37E-7CE4-6C43-76EB-8B5A5B2A2E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2E2394-C78F-572B-3016-85B813C8217E}"/>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1792297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029CB-F009-C287-6191-24A94B248B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945FE1-07CD-BD53-2CD1-02403CCA1E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341D75-1837-A0EC-4693-516624736E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D0B2C-B605-0473-C9B0-345F491C8D9C}"/>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6" name="Footer Placeholder 5">
            <a:extLst>
              <a:ext uri="{FF2B5EF4-FFF2-40B4-BE49-F238E27FC236}">
                <a16:creationId xmlns:a16="http://schemas.microsoft.com/office/drawing/2014/main" id="{8F34AB2F-3DF0-1911-D93C-0055CD14C2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4C2CF3-CCFB-493D-0A57-B888F32DADA7}"/>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255109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87426-8F77-749D-18EE-D5C3865621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B8FC87-5702-C789-0C6A-62D1C6720E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13B221-C15D-6EB8-8E06-CF33C1C97C5E}"/>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5" name="Footer Placeholder 4">
            <a:extLst>
              <a:ext uri="{FF2B5EF4-FFF2-40B4-BE49-F238E27FC236}">
                <a16:creationId xmlns:a16="http://schemas.microsoft.com/office/drawing/2014/main" id="{D6F4973F-FAF1-BE4C-787F-0CDF6908CB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3C4780-1D61-0739-5D8D-5D2CA2028D24}"/>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2060748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0FFD4C-8F6C-BA82-C33E-B832CF3BD1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0B42B5-A139-DDA2-1266-8FEC0295C1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C23D26-1EDF-2B1A-66BB-274E7EF758F4}"/>
              </a:ext>
            </a:extLst>
          </p:cNvPr>
          <p:cNvSpPr>
            <a:spLocks noGrp="1"/>
          </p:cNvSpPr>
          <p:nvPr>
            <p:ph type="dt" sz="half" idx="10"/>
          </p:nvPr>
        </p:nvSpPr>
        <p:spPr/>
        <p:txBody>
          <a:bodyPr/>
          <a:lstStyle/>
          <a:p>
            <a:fld id="{C6D629FC-3E94-4EB4-A740-D496D5479B2A}" type="datetimeFigureOut">
              <a:rPr lang="en-IN" smtClean="0"/>
              <a:pPr/>
              <a:t>24-04-2026</a:t>
            </a:fld>
            <a:endParaRPr lang="en-IN"/>
          </a:p>
        </p:txBody>
      </p:sp>
      <p:sp>
        <p:nvSpPr>
          <p:cNvPr id="5" name="Footer Placeholder 4">
            <a:extLst>
              <a:ext uri="{FF2B5EF4-FFF2-40B4-BE49-F238E27FC236}">
                <a16:creationId xmlns:a16="http://schemas.microsoft.com/office/drawing/2014/main" id="{5A3EAB07-8570-9BB7-99E8-6DEDE4B8DB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0FEF8F-77BC-06E7-9BA4-5F760E7AA81C}"/>
              </a:ext>
            </a:extLst>
          </p:cNvPr>
          <p:cNvSpPr>
            <a:spLocks noGrp="1"/>
          </p:cNvSpPr>
          <p:nvPr>
            <p:ph type="sldNum" sz="quarter" idx="12"/>
          </p:nvPr>
        </p:nvSpPr>
        <p:spPr/>
        <p:txBody>
          <a:bodyPr/>
          <a:lstStyle/>
          <a:p>
            <a:fld id="{BEC2906C-23E3-4FF4-B869-FC6C30E4CB55}" type="slidenum">
              <a:rPr lang="en-IN" smtClean="0"/>
              <a:pPr/>
              <a:t>‹#›</a:t>
            </a:fld>
            <a:endParaRPr lang="en-IN"/>
          </a:p>
        </p:txBody>
      </p:sp>
    </p:spTree>
    <p:extLst>
      <p:ext uri="{BB962C8B-B14F-4D97-AF65-F5344CB8AC3E}">
        <p14:creationId xmlns:p14="http://schemas.microsoft.com/office/powerpoint/2010/main" val="1861967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390ABF-A42E-380E-0661-0583625079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82E761-114A-7F43-84D2-BE45EB05D1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990D01-1004-BA86-B8DA-9F5D07A09A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D629FC-3E94-4EB4-A740-D496D5479B2A}" type="datetimeFigureOut">
              <a:rPr lang="en-IN" smtClean="0"/>
              <a:pPr/>
              <a:t>24-04-2026</a:t>
            </a:fld>
            <a:endParaRPr lang="en-IN"/>
          </a:p>
        </p:txBody>
      </p:sp>
      <p:sp>
        <p:nvSpPr>
          <p:cNvPr id="5" name="Footer Placeholder 4">
            <a:extLst>
              <a:ext uri="{FF2B5EF4-FFF2-40B4-BE49-F238E27FC236}">
                <a16:creationId xmlns:a16="http://schemas.microsoft.com/office/drawing/2014/main" id="{AE50E249-F4DC-EC56-C9B0-C06B072A74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47B118F-31B8-E948-EE7E-185226F018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C2906C-23E3-4FF4-B869-FC6C30E4CB55}" type="slidenum">
              <a:rPr lang="en-IN" smtClean="0"/>
              <a:pPr/>
              <a:t>‹#›</a:t>
            </a:fld>
            <a:endParaRPr lang="en-IN"/>
          </a:p>
        </p:txBody>
      </p:sp>
    </p:spTree>
    <p:extLst>
      <p:ext uri="{BB962C8B-B14F-4D97-AF65-F5344CB8AC3E}">
        <p14:creationId xmlns:p14="http://schemas.microsoft.com/office/powerpoint/2010/main" val="10813087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abstract/document/9971803" TargetMode="External"/><Relationship Id="rId2" Type="http://schemas.openxmlformats.org/officeDocument/2006/relationships/hyperlink" Target="https://doi.org/10.22214/IJRASET.2021.34840" TargetMode="External"/><Relationship Id="rId1" Type="http://schemas.openxmlformats.org/officeDocument/2006/relationships/slideLayout" Target="../slideLayouts/slideLayout3.xml"/><Relationship Id="rId4" Type="http://schemas.openxmlformats.org/officeDocument/2006/relationships/hyperlink" Target="https://doi.org/10.22214/ijraset.2023.5197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22214/IJRASET.2021.34840" TargetMode="External"/><Relationship Id="rId2" Type="http://schemas.openxmlformats.org/officeDocument/2006/relationships/hyperlink" Target="https://ieeexplore.ieee.org/abstract/document/9971803" TargetMode="External"/><Relationship Id="rId1" Type="http://schemas.openxmlformats.org/officeDocument/2006/relationships/slideLayout" Target="../slideLayouts/slideLayout6.xml"/><Relationship Id="rId4" Type="http://schemas.openxmlformats.org/officeDocument/2006/relationships/hyperlink" Target="https://doi.org/10.22214/ijraset.2023.5197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1F431A7-5293-3BE8-014E-1679B429B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302" y="838203"/>
            <a:ext cx="1257300" cy="1003300"/>
          </a:xfrm>
          <a:prstGeom prst="rect">
            <a:avLst/>
          </a:prstGeom>
        </p:spPr>
      </p:pic>
      <p:sp>
        <p:nvSpPr>
          <p:cNvPr id="8" name="TextBox 7">
            <a:extLst>
              <a:ext uri="{FF2B5EF4-FFF2-40B4-BE49-F238E27FC236}">
                <a16:creationId xmlns:a16="http://schemas.microsoft.com/office/drawing/2014/main" id="{722F9279-C917-AC72-0956-94B045A1410F}"/>
              </a:ext>
            </a:extLst>
          </p:cNvPr>
          <p:cNvSpPr txBox="1"/>
          <p:nvPr/>
        </p:nvSpPr>
        <p:spPr>
          <a:xfrm>
            <a:off x="1671320" y="407015"/>
            <a:ext cx="8676640" cy="2169815"/>
          </a:xfrm>
          <a:prstGeom prst="rect">
            <a:avLst/>
          </a:prstGeom>
          <a:noFill/>
        </p:spPr>
        <p:txBody>
          <a:bodyPr wrap="square" lIns="91428" tIns="45715" rIns="91428" bIns="45715">
            <a:spAutoFit/>
          </a:bodyPr>
          <a:lstStyle/>
          <a:p>
            <a:pPr algn="ctr"/>
            <a:r>
              <a:rPr lang="en-US" sz="4400" b="1" dirty="0">
                <a:solidFill>
                  <a:schemeClr val="accent3">
                    <a:lumMod val="50000"/>
                  </a:schemeClr>
                </a:solidFill>
                <a:latin typeface="Bookman Old Style" pitchFamily="18" charset="0"/>
                <a:cs typeface="Times New Roman" panose="02020603050405020304" pitchFamily="18" charset="0"/>
              </a:rPr>
              <a:t>ACE </a:t>
            </a:r>
          </a:p>
          <a:p>
            <a:pPr algn="ctr"/>
            <a:r>
              <a:rPr lang="en-US" sz="2800" b="1" dirty="0">
                <a:solidFill>
                  <a:schemeClr val="accent3">
                    <a:lumMod val="50000"/>
                  </a:schemeClr>
                </a:solidFill>
                <a:latin typeface="Bookman Old Style" pitchFamily="18" charset="0"/>
                <a:cs typeface="Times New Roman" panose="02020603050405020304" pitchFamily="18" charset="0"/>
              </a:rPr>
              <a:t>ENGINEERING COLLEGE</a:t>
            </a:r>
          </a:p>
          <a:p>
            <a:pPr algn="ctr"/>
            <a:r>
              <a:rPr lang="en-US" sz="2000" b="1" dirty="0">
                <a:solidFill>
                  <a:schemeClr val="accent3">
                    <a:lumMod val="50000"/>
                  </a:schemeClr>
                </a:solidFill>
                <a:latin typeface="Bookman Old Style" pitchFamily="18" charset="0"/>
                <a:cs typeface="Times New Roman" panose="02020603050405020304" pitchFamily="18" charset="0"/>
              </a:rPr>
              <a:t>An Autonomous Institution</a:t>
            </a:r>
          </a:p>
          <a:p>
            <a:pPr algn="ctr"/>
            <a:endParaRPr lang="en-US" b="1" dirty="0">
              <a:solidFill>
                <a:schemeClr val="accent5"/>
              </a:solidFill>
              <a:latin typeface="Bookman Old Style" pitchFamily="18" charset="0"/>
              <a:cs typeface="Times New Roman" panose="02020603050405020304" pitchFamily="18" charset="0"/>
            </a:endParaRPr>
          </a:p>
          <a:p>
            <a:pPr algn="ctr"/>
            <a:r>
              <a:rPr lang="en-US" sz="2400" b="1" dirty="0">
                <a:latin typeface="Bookman Old Style" pitchFamily="18" charset="0"/>
                <a:cs typeface="Times New Roman" panose="02020603050405020304" pitchFamily="18" charset="0"/>
              </a:rPr>
              <a:t>DEPARTMENT OF INFORMATION TECHNOLOGY</a:t>
            </a:r>
            <a:endParaRPr lang="en-IN" sz="2400" b="1" dirty="0">
              <a:latin typeface="Bookman Old Style"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6BB8DD0-B6AA-01AF-9E65-338032DEF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35997" y="726552"/>
            <a:ext cx="1154187" cy="1154187"/>
          </a:xfrm>
          <a:prstGeom prst="rect">
            <a:avLst/>
          </a:prstGeom>
        </p:spPr>
      </p:pic>
      <p:sp>
        <p:nvSpPr>
          <p:cNvPr id="12" name="TextBox 11">
            <a:extLst>
              <a:ext uri="{FF2B5EF4-FFF2-40B4-BE49-F238E27FC236}">
                <a16:creationId xmlns:a16="http://schemas.microsoft.com/office/drawing/2014/main" id="{05C35B68-CD3F-3D6E-A775-6C13D3BE0C90}"/>
              </a:ext>
            </a:extLst>
          </p:cNvPr>
          <p:cNvSpPr txBox="1"/>
          <p:nvPr/>
        </p:nvSpPr>
        <p:spPr>
          <a:xfrm>
            <a:off x="1765301" y="2892477"/>
            <a:ext cx="9118600" cy="461657"/>
          </a:xfrm>
          <a:prstGeom prst="rect">
            <a:avLst/>
          </a:prstGeom>
          <a:noFill/>
        </p:spPr>
        <p:txBody>
          <a:bodyPr wrap="square" lIns="91428" tIns="45715" rIns="91428" bIns="45715">
            <a:spAutoFit/>
          </a:bodyPr>
          <a:lstStyle/>
          <a:p>
            <a:pPr algn="ctr"/>
            <a:r>
              <a:rPr lang="en-US" sz="2400" b="1" dirty="0">
                <a:latin typeface="Times New Roman" panose="02020603050405020304" pitchFamily="18" charset="0"/>
                <a:cs typeface="Times New Roman" panose="02020603050405020304" pitchFamily="18" charset="0"/>
              </a:rPr>
              <a:t>SMART   CANTEEN  SYSTEM</a:t>
            </a:r>
            <a:endParaRPr lang="en-IN" sz="24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1C9A9207-049F-912F-FACB-DABCAE47A77A}"/>
              </a:ext>
            </a:extLst>
          </p:cNvPr>
          <p:cNvSpPr txBox="1"/>
          <p:nvPr/>
        </p:nvSpPr>
        <p:spPr>
          <a:xfrm>
            <a:off x="177800" y="5034004"/>
            <a:ext cx="3444240" cy="1015653"/>
          </a:xfrm>
          <a:prstGeom prst="rect">
            <a:avLst/>
          </a:prstGeom>
          <a:noFill/>
        </p:spPr>
        <p:txBody>
          <a:bodyPr wrap="square" lIns="91428" tIns="45715" rIns="91428" bIns="45715">
            <a:spAutoFit/>
          </a:bodyPr>
          <a:lstStyle/>
          <a:p>
            <a:pPr algn="ctr"/>
            <a:r>
              <a:rPr lang="en-US" sz="2000" b="1" dirty="0">
                <a:solidFill>
                  <a:srgbClr val="C00000"/>
                </a:solidFill>
                <a:latin typeface="Times New Roman" panose="02020603050405020304" pitchFamily="18" charset="0"/>
                <a:cs typeface="Times New Roman" panose="02020603050405020304" pitchFamily="18" charset="0"/>
              </a:rPr>
              <a:t>Internal Guide</a:t>
            </a:r>
            <a:endParaRPr lang="en-US" sz="2000" b="1" dirty="0">
              <a:latin typeface="Times New Roman" panose="02020603050405020304" pitchFamily="18" charset="0"/>
              <a:cs typeface="Times New Roman" panose="02020603050405020304" pitchFamily="18" charset="0"/>
            </a:endParaRPr>
          </a:p>
          <a:p>
            <a:pPr algn="ctr"/>
            <a:r>
              <a:rPr lang="en-US" sz="2000" b="1" dirty="0" err="1">
                <a:latin typeface="Times New Roman" panose="02020603050405020304" pitchFamily="18" charset="0"/>
                <a:cs typeface="Times New Roman" panose="02020603050405020304" pitchFamily="18" charset="0"/>
              </a:rPr>
              <a:t>Mrs</a:t>
            </a:r>
            <a:r>
              <a:rPr lang="en-US" sz="2000" b="1" dirty="0">
                <a:latin typeface="Times New Roman" panose="02020603050405020304" pitchFamily="18" charset="0"/>
                <a:cs typeface="Times New Roman" panose="02020603050405020304" pitchFamily="18" charset="0"/>
              </a:rPr>
              <a:t> . </a:t>
            </a:r>
            <a:r>
              <a:rPr lang="en-US" sz="2000" b="1" dirty="0" err="1">
                <a:latin typeface="Times New Roman" panose="02020603050405020304" pitchFamily="18" charset="0"/>
                <a:cs typeface="Times New Roman" panose="02020603050405020304" pitchFamily="18" charset="0"/>
              </a:rPr>
              <a:t>V.Swetha</a:t>
            </a:r>
            <a:r>
              <a:rPr lang="en-US" sz="2000" b="1" dirty="0">
                <a:latin typeface="Times New Roman" panose="02020603050405020304" pitchFamily="18" charset="0"/>
                <a:cs typeface="Times New Roman" panose="02020603050405020304" pitchFamily="18" charset="0"/>
              </a:rPr>
              <a:t> </a:t>
            </a:r>
          </a:p>
          <a:p>
            <a:pPr algn="ctr"/>
            <a:r>
              <a:rPr lang="en-US" sz="2000" b="1" dirty="0">
                <a:latin typeface="Times New Roman" panose="02020603050405020304" pitchFamily="18" charset="0"/>
                <a:cs typeface="Times New Roman" panose="02020603050405020304" pitchFamily="18" charset="0"/>
              </a:rPr>
              <a:t>Assistant Professor</a:t>
            </a:r>
            <a:endParaRPr lang="en-IN" sz="20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103D597-DEFF-77D8-E6F8-D85E9991AAC9}"/>
              </a:ext>
            </a:extLst>
          </p:cNvPr>
          <p:cNvSpPr txBox="1"/>
          <p:nvPr/>
        </p:nvSpPr>
        <p:spPr>
          <a:xfrm>
            <a:off x="7886700" y="4934497"/>
            <a:ext cx="4152900" cy="1323429"/>
          </a:xfrm>
          <a:prstGeom prst="rect">
            <a:avLst/>
          </a:prstGeom>
          <a:noFill/>
        </p:spPr>
        <p:txBody>
          <a:bodyPr wrap="square" lIns="91428" tIns="45715" rIns="91428" bIns="45715">
            <a:spAutoFit/>
          </a:bodyPr>
          <a:lstStyle/>
          <a:p>
            <a:r>
              <a:rPr lang="en-US" sz="2000" b="1" dirty="0">
                <a:solidFill>
                  <a:srgbClr val="C00000"/>
                </a:solidFill>
                <a:latin typeface="Times New Roman" panose="02020603050405020304" pitchFamily="18" charset="0"/>
                <a:cs typeface="Times New Roman" panose="02020603050405020304" pitchFamily="18" charset="0"/>
              </a:rPr>
              <a:t>Presented By</a:t>
            </a:r>
          </a:p>
          <a:p>
            <a:r>
              <a:rPr lang="en-US" sz="2000" b="1" dirty="0">
                <a:latin typeface="Times New Roman" panose="02020603050405020304" pitchFamily="18" charset="0"/>
                <a:cs typeface="Times New Roman" panose="02020603050405020304" pitchFamily="18" charset="0"/>
              </a:rPr>
              <a:t>G. Akshaya           24AG1A1221</a:t>
            </a:r>
          </a:p>
          <a:p>
            <a:r>
              <a:rPr lang="en-IN" sz="2000" b="1" dirty="0">
                <a:latin typeface="Times New Roman" pitchFamily="18" charset="0"/>
                <a:cs typeface="Times New Roman" pitchFamily="18" charset="0"/>
              </a:rPr>
              <a:t>G. Saketh             </a:t>
            </a:r>
            <a:r>
              <a:rPr lang="en-US" sz="2000" b="1" dirty="0">
                <a:latin typeface="Times New Roman" panose="02020603050405020304" pitchFamily="18" charset="0"/>
                <a:cs typeface="Times New Roman" panose="02020603050405020304" pitchFamily="18" charset="0"/>
              </a:rPr>
              <a:t> 24AG1A1220</a:t>
            </a:r>
          </a:p>
          <a:p>
            <a:r>
              <a:rPr lang="en-US" sz="2000" b="1" dirty="0">
                <a:latin typeface="Times New Roman" panose="02020603050405020304" pitchFamily="18" charset="0"/>
                <a:cs typeface="Times New Roman" panose="02020603050405020304" pitchFamily="18" charset="0"/>
              </a:rPr>
              <a:t>K. Varun                24AG1A1227</a:t>
            </a:r>
          </a:p>
        </p:txBody>
      </p:sp>
      <p:sp>
        <p:nvSpPr>
          <p:cNvPr id="11" name="TextBox 10">
            <a:extLst>
              <a:ext uri="{FF2B5EF4-FFF2-40B4-BE49-F238E27FC236}">
                <a16:creationId xmlns:a16="http://schemas.microsoft.com/office/drawing/2014/main" id="{1C9A9207-049F-912F-FACB-DABCAE47A77A}"/>
              </a:ext>
            </a:extLst>
          </p:cNvPr>
          <p:cNvSpPr txBox="1"/>
          <p:nvPr/>
        </p:nvSpPr>
        <p:spPr>
          <a:xfrm>
            <a:off x="3873500" y="5021304"/>
            <a:ext cx="3444240" cy="1015653"/>
          </a:xfrm>
          <a:prstGeom prst="rect">
            <a:avLst/>
          </a:prstGeom>
          <a:noFill/>
        </p:spPr>
        <p:txBody>
          <a:bodyPr wrap="square" lIns="91428" tIns="45715" rIns="91428" bIns="45715">
            <a:spAutoFit/>
          </a:bodyPr>
          <a:lstStyle/>
          <a:p>
            <a:pPr algn="ctr"/>
            <a:r>
              <a:rPr lang="en-US" sz="2000" b="1" dirty="0">
                <a:solidFill>
                  <a:srgbClr val="C00000"/>
                </a:solidFill>
                <a:latin typeface="Times New Roman" panose="02020603050405020304" pitchFamily="18" charset="0"/>
                <a:cs typeface="Times New Roman" panose="02020603050405020304" pitchFamily="18" charset="0"/>
              </a:rPr>
              <a:t>Project Coordinator </a:t>
            </a:r>
          </a:p>
          <a:p>
            <a:pPr algn="ctr"/>
            <a:r>
              <a:rPr lang="en-US" sz="2000" b="1" dirty="0">
                <a:latin typeface="Times New Roman" panose="02020603050405020304" pitchFamily="18" charset="0"/>
                <a:cs typeface="Times New Roman" panose="02020603050405020304" pitchFamily="18" charset="0"/>
              </a:rPr>
              <a:t>Mr. M .Siva Kumar</a:t>
            </a:r>
          </a:p>
          <a:p>
            <a:pPr algn="ctr"/>
            <a:r>
              <a:rPr lang="en-US" sz="2000" b="1" dirty="0">
                <a:latin typeface="Times New Roman" panose="02020603050405020304" pitchFamily="18" charset="0"/>
                <a:cs typeface="Times New Roman" panose="02020603050405020304" pitchFamily="18" charset="0"/>
              </a:rPr>
              <a:t>Assistant Professor </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3944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0A2EC65-C80C-5C12-1AAD-0BFC8DBF0052}"/>
              </a:ext>
            </a:extLst>
          </p:cNvPr>
          <p:cNvSpPr txBox="1">
            <a:spLocks noGrp="1"/>
          </p:cNvSpPr>
          <p:nvPr>
            <p:ph type="title"/>
          </p:nvPr>
        </p:nvSpPr>
        <p:spPr>
          <a:xfrm>
            <a:off x="1005974" y="402930"/>
            <a:ext cx="9474200" cy="424724"/>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ABSTRACT </a:t>
            </a:r>
          </a:p>
        </p:txBody>
      </p:sp>
      <p:sp>
        <p:nvSpPr>
          <p:cNvPr id="5" name="Content Placeholder 4">
            <a:extLst>
              <a:ext uri="{FF2B5EF4-FFF2-40B4-BE49-F238E27FC236}">
                <a16:creationId xmlns:a16="http://schemas.microsoft.com/office/drawing/2014/main" id="{5DF3ED19-AFF8-C60E-1141-DDB25CAA78BB}"/>
              </a:ext>
            </a:extLst>
          </p:cNvPr>
          <p:cNvSpPr>
            <a:spLocks noGrp="1"/>
          </p:cNvSpPr>
          <p:nvPr>
            <p:ph idx="1"/>
          </p:nvPr>
        </p:nvSpPr>
        <p:spPr>
          <a:xfrm>
            <a:off x="908049" y="1044223"/>
            <a:ext cx="10375901" cy="5133340"/>
          </a:xfrm>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Smart Canteen System is </a:t>
            </a:r>
            <a:r>
              <a:rPr lang="en-US" sz="2000">
                <a:latin typeface="Times New Roman" panose="02020603050405020304" pitchFamily="18" charset="0"/>
                <a:cs typeface="Times New Roman" panose="02020603050405020304" pitchFamily="18" charset="0"/>
              </a:rPr>
              <a:t>a frontend-based </a:t>
            </a:r>
            <a:r>
              <a:rPr lang="en-US" sz="2000" dirty="0">
                <a:latin typeface="Times New Roman" panose="02020603050405020304" pitchFamily="18" charset="0"/>
                <a:cs typeface="Times New Roman" panose="02020603050405020304" pitchFamily="18" charset="0"/>
              </a:rPr>
              <a:t>application designed to digitalize and automate the food ordering process in a college canteen. The system allows students to log in, view the available menu, place food orders, choose a payment mode, and select a preferred pickup time. Each order is stored securely in a local storage  and assigned a token based on the payment which helps in easy identification and faster service. This reduces long queue, saves time for students, and improves overall efficiency in canteen operations. This system also provides a manager dashboard to monitor all orders in real-time manage order status, and handle cancellations based on predefined rules. Automated scheduling is used to update order status before pickup time, ensuring timely preparation and packing of food. By integrating database management, scheduling, and user-friendly interfaces, the Smart Canteen System minimizes manual work, avoids confusion during peak hours, and enhances the overall canteen management experience.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1621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90CA4-2309-7917-870A-AC651507614A}"/>
              </a:ext>
            </a:extLst>
          </p:cNvPr>
          <p:cNvSpPr>
            <a:spLocks noGrp="1"/>
          </p:cNvSpPr>
          <p:nvPr>
            <p:ph type="title"/>
          </p:nvPr>
        </p:nvSpPr>
        <p:spPr>
          <a:xfrm>
            <a:off x="382914" y="86723"/>
            <a:ext cx="10515600" cy="1057275"/>
          </a:xfrm>
        </p:spPr>
        <p:txBody>
          <a:bodyPr>
            <a:normAutofit/>
          </a:bodyPr>
          <a:lstStyle/>
          <a:p>
            <a:pPr algn="ctr"/>
            <a:r>
              <a:rPr lang="en-IN" sz="24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671083F-1597-2AF5-D68A-A8B8BA469A2C}"/>
              </a:ext>
            </a:extLst>
          </p:cNvPr>
          <p:cNvSpPr>
            <a:spLocks noGrp="1"/>
          </p:cNvSpPr>
          <p:nvPr>
            <p:ph idx="1"/>
          </p:nvPr>
        </p:nvSpPr>
        <p:spPr>
          <a:xfrm>
            <a:off x="585527" y="1013147"/>
            <a:ext cx="11442700" cy="5414522"/>
          </a:xfrm>
        </p:spPr>
        <p:txBody>
          <a:bodyPr>
            <a:noAutofit/>
          </a:bodyPr>
          <a:lstStyle/>
          <a:p>
            <a:pPr>
              <a:lnSpc>
                <a:spcPct val="150000"/>
              </a:lnSpc>
            </a:pPr>
            <a:r>
              <a:rPr lang="en-US" sz="2000" dirty="0">
                <a:latin typeface="Times New Roman" panose="02020603050405020304" pitchFamily="18" charset="0"/>
                <a:cs typeface="Times New Roman" panose="02020603050405020304" pitchFamily="18" charset="0"/>
              </a:rPr>
              <a:t>Students can log in securely using their credentials.</a:t>
            </a:r>
          </a:p>
          <a:p>
            <a:pPr>
              <a:lnSpc>
                <a:spcPct val="150000"/>
              </a:lnSpc>
            </a:pPr>
            <a:r>
              <a:rPr lang="en-US" sz="2000" dirty="0">
                <a:latin typeface="Times New Roman" panose="02020603050405020304" pitchFamily="18" charset="0"/>
                <a:cs typeface="Times New Roman" panose="02020603050405020304" pitchFamily="18" charset="0"/>
              </a:rPr>
              <a:t>Digital menus display with available food items and prices.</a:t>
            </a:r>
          </a:p>
          <a:p>
            <a:pPr>
              <a:lnSpc>
                <a:spcPct val="150000"/>
              </a:lnSpc>
            </a:pPr>
            <a:r>
              <a:rPr lang="en-US" sz="2000" dirty="0">
                <a:latin typeface="Times New Roman" panose="02020603050405020304" pitchFamily="18" charset="0"/>
                <a:cs typeface="Times New Roman" panose="02020603050405020304" pitchFamily="18" charset="0"/>
              </a:rPr>
              <a:t>Online food ordering with preferred pickup time selection.</a:t>
            </a:r>
          </a:p>
          <a:p>
            <a:pPr>
              <a:lnSpc>
                <a:spcPct val="150000"/>
              </a:lnSpc>
            </a:pPr>
            <a:r>
              <a:rPr lang="en-US" sz="2000" dirty="0">
                <a:latin typeface="Times New Roman" panose="02020603050405020304" pitchFamily="18" charset="0"/>
                <a:cs typeface="Times New Roman" panose="02020603050405020304" pitchFamily="18" charset="0"/>
              </a:rPr>
              <a:t>Multiple payment modes(Online/cash).</a:t>
            </a:r>
          </a:p>
          <a:p>
            <a:pPr>
              <a:lnSpc>
                <a:spcPct val="150000"/>
              </a:lnSpc>
            </a:pPr>
            <a:r>
              <a:rPr lang="en-US" sz="2000" dirty="0">
                <a:latin typeface="Times New Roman" panose="02020603050405020304" pitchFamily="18" charset="0"/>
                <a:cs typeface="Times New Roman" panose="02020603050405020304" pitchFamily="18" charset="0"/>
              </a:rPr>
              <a:t>Automatic token generation based on payment method.</a:t>
            </a:r>
          </a:p>
          <a:p>
            <a:pPr>
              <a:lnSpc>
                <a:spcPct val="150000"/>
              </a:lnSpc>
            </a:pPr>
            <a:r>
              <a:rPr lang="en-US" sz="2000" dirty="0">
                <a:latin typeface="Times New Roman" panose="02020603050405020304" pitchFamily="18" charset="0"/>
                <a:cs typeface="Times New Roman" panose="02020603050405020304" pitchFamily="18" charset="0"/>
              </a:rPr>
              <a:t>Orders stored securely in a local storage.</a:t>
            </a:r>
          </a:p>
          <a:p>
            <a:pPr>
              <a:lnSpc>
                <a:spcPct val="150000"/>
              </a:lnSpc>
            </a:pPr>
            <a:r>
              <a:rPr lang="en-US" sz="2000" dirty="0">
                <a:latin typeface="Times New Roman" panose="02020603050405020304" pitchFamily="18" charset="0"/>
                <a:cs typeface="Times New Roman" panose="02020603050405020304" pitchFamily="18" charset="0"/>
              </a:rPr>
              <a:t>Manager dashboard to monitor and manage orders in real time.</a:t>
            </a:r>
          </a:p>
          <a:p>
            <a:pPr>
              <a:lnSpc>
                <a:spcPct val="150000"/>
              </a:lnSpc>
            </a:pPr>
            <a:r>
              <a:rPr lang="en-US" sz="2000" dirty="0">
                <a:latin typeface="Times New Roman" panose="02020603050405020304" pitchFamily="18" charset="0"/>
                <a:cs typeface="Times New Roman" panose="02020603050405020304" pitchFamily="18" charset="0"/>
              </a:rPr>
              <a:t>Order status tracking and automated scheduling to update order status before pick up time</a:t>
            </a:r>
          </a:p>
          <a:p>
            <a:pPr>
              <a:lnSpc>
                <a:spcPct val="150000"/>
              </a:lnSpc>
            </a:pPr>
            <a:r>
              <a:rPr lang="en-US" sz="2000" dirty="0">
                <a:latin typeface="Times New Roman" panose="02020603050405020304" pitchFamily="18" charset="0"/>
                <a:cs typeface="Times New Roman" panose="02020603050405020304" pitchFamily="18" charset="0"/>
              </a:rPr>
              <a:t>Reduces queues and saves time for students.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8415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1896B-4F49-D278-8292-97319450C3EB}"/>
              </a:ext>
            </a:extLst>
          </p:cNvPr>
          <p:cNvSpPr>
            <a:spLocks noGrp="1"/>
          </p:cNvSpPr>
          <p:nvPr>
            <p:ph type="ctrTitle"/>
          </p:nvPr>
        </p:nvSpPr>
        <p:spPr>
          <a:xfrm>
            <a:off x="3601454" y="368384"/>
            <a:ext cx="3160294" cy="477837"/>
          </a:xfrm>
        </p:spPr>
        <p:txBody>
          <a:bodyPr>
            <a:noAutofit/>
          </a:bodyPr>
          <a:lstStyle/>
          <a:p>
            <a:r>
              <a:rPr lang="en-IN" sz="2400" b="1"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F1F076E8-4787-9315-C206-6A4F8F2537F6}"/>
              </a:ext>
            </a:extLst>
          </p:cNvPr>
          <p:cNvSpPr>
            <a:spLocks noGrp="1"/>
          </p:cNvSpPr>
          <p:nvPr>
            <p:ph type="subTitle" idx="1"/>
          </p:nvPr>
        </p:nvSpPr>
        <p:spPr>
          <a:xfrm>
            <a:off x="288757" y="1211179"/>
            <a:ext cx="11526253" cy="5390732"/>
          </a:xfrm>
        </p:spPr>
        <p:txBody>
          <a:bodyPr/>
          <a:lstStyle/>
          <a:p>
            <a:pPr algn="l"/>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Inefficient Manual Ordering System:</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traditional canteen ordering process relies on manual methods, leading to long queues and delays during peak hours.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results in time wastage for students and difficulty for staff in managing multiple orders efficiently.</a:t>
            </a:r>
          </a:p>
          <a:p>
            <a:pPr algn="l"/>
            <a:endParaRPr lang="en-US" sz="2000" dirty="0">
              <a:latin typeface="Times New Roman" panose="02020603050405020304" pitchFamily="18" charset="0"/>
              <a:cs typeface="Times New Roman" panose="02020603050405020304" pitchFamily="18" charset="0"/>
            </a:endParaRPr>
          </a:p>
          <a:p>
            <a:pPr algn="l"/>
            <a:r>
              <a:rPr lang="en-US" sz="2000" dirty="0">
                <a:latin typeface="Times New Roman" panose="02020603050405020304" pitchFamily="18" charset="0"/>
                <a:cs typeface="Times New Roman" panose="02020603050405020304" pitchFamily="18" charset="0"/>
              </a:rPr>
              <a:t>Lack of Order Management and Coordination: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There is no proper system to track orders, payment status, and pickup timing, causing confusion and errors.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leads to mismanagement, incorrect orders, and reduced overall efficiency in canteen operations.</a:t>
            </a:r>
          </a:p>
          <a:p>
            <a:endParaRPr lang="en-IN" dirty="0"/>
          </a:p>
        </p:txBody>
      </p:sp>
    </p:spTree>
    <p:extLst>
      <p:ext uri="{BB962C8B-B14F-4D97-AF65-F5344CB8AC3E}">
        <p14:creationId xmlns:p14="http://schemas.microsoft.com/office/powerpoint/2010/main" val="148123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FFEA7F7-2A29-45A3-90C7-3B6120BB3B53}"/>
              </a:ext>
            </a:extLst>
          </p:cNvPr>
          <p:cNvGraphicFramePr>
            <a:graphicFrameLocks noGrp="1"/>
          </p:cNvGraphicFramePr>
          <p:nvPr>
            <p:extLst>
              <p:ext uri="{D42A27DB-BD31-4B8C-83A1-F6EECF244321}">
                <p14:modId xmlns:p14="http://schemas.microsoft.com/office/powerpoint/2010/main" val="3776350498"/>
              </p:ext>
            </p:extLst>
          </p:nvPr>
        </p:nvGraphicFramePr>
        <p:xfrm>
          <a:off x="393032" y="862595"/>
          <a:ext cx="11131745" cy="5908906"/>
        </p:xfrm>
        <a:graphic>
          <a:graphicData uri="http://schemas.openxmlformats.org/drawingml/2006/table">
            <a:tbl>
              <a:tblPr/>
              <a:tblGrid>
                <a:gridCol w="713873">
                  <a:extLst>
                    <a:ext uri="{9D8B030D-6E8A-4147-A177-3AD203B41FA5}">
                      <a16:colId xmlns:a16="http://schemas.microsoft.com/office/drawing/2014/main" val="2891271201"/>
                    </a:ext>
                  </a:extLst>
                </a:gridCol>
                <a:gridCol w="1155032">
                  <a:extLst>
                    <a:ext uri="{9D8B030D-6E8A-4147-A177-3AD203B41FA5}">
                      <a16:colId xmlns:a16="http://schemas.microsoft.com/office/drawing/2014/main" val="804187015"/>
                    </a:ext>
                  </a:extLst>
                </a:gridCol>
                <a:gridCol w="4211052">
                  <a:extLst>
                    <a:ext uri="{9D8B030D-6E8A-4147-A177-3AD203B41FA5}">
                      <a16:colId xmlns:a16="http://schemas.microsoft.com/office/drawing/2014/main" val="97284694"/>
                    </a:ext>
                  </a:extLst>
                </a:gridCol>
                <a:gridCol w="2503641">
                  <a:extLst>
                    <a:ext uri="{9D8B030D-6E8A-4147-A177-3AD203B41FA5}">
                      <a16:colId xmlns:a16="http://schemas.microsoft.com/office/drawing/2014/main" val="1344736144"/>
                    </a:ext>
                  </a:extLst>
                </a:gridCol>
                <a:gridCol w="2548147">
                  <a:extLst>
                    <a:ext uri="{9D8B030D-6E8A-4147-A177-3AD203B41FA5}">
                      <a16:colId xmlns:a16="http://schemas.microsoft.com/office/drawing/2014/main" val="2914445335"/>
                    </a:ext>
                  </a:extLst>
                </a:gridCol>
              </a:tblGrid>
              <a:tr h="439214">
                <a:tc>
                  <a:txBody>
                    <a:bodyPr/>
                    <a:lstStyle/>
                    <a:p>
                      <a:pPr>
                        <a:buNone/>
                      </a:pPr>
                      <a:r>
                        <a:rPr lang="en-IN" sz="1400" b="1" dirty="0" err="1">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marL="24865" marR="24865" marT="12432" marB="12432" anchor="ctr">
                    <a:lnL>
                      <a:noFill/>
                    </a:lnL>
                    <a:lnR>
                      <a:noFill/>
                    </a:lnR>
                    <a:lnT>
                      <a:noFill/>
                    </a:lnT>
                    <a:lnB>
                      <a:noFill/>
                    </a:lnB>
                    <a:noFill/>
                  </a:tcPr>
                </a:tc>
                <a:tc>
                  <a:txBody>
                    <a:bodyPr/>
                    <a:lstStyle/>
                    <a:p>
                      <a:pPr>
                        <a:buNone/>
                      </a:pPr>
                      <a:r>
                        <a:rPr lang="en-IN" sz="1400" b="1" dirty="0">
                          <a:latin typeface="Times New Roman" panose="02020603050405020304" pitchFamily="18" charset="0"/>
                          <a:cs typeface="Times New Roman" panose="02020603050405020304" pitchFamily="18" charset="0"/>
                        </a:rPr>
                        <a:t>Year</a:t>
                      </a:r>
                      <a:endParaRPr lang="en-IN" sz="1400" dirty="0">
                        <a:latin typeface="Times New Roman" panose="02020603050405020304" pitchFamily="18" charset="0"/>
                        <a:cs typeface="Times New Roman" panose="02020603050405020304" pitchFamily="18" charset="0"/>
                      </a:endParaRPr>
                    </a:p>
                  </a:txBody>
                  <a:tcPr marL="24865" marR="24865" marT="12432" marB="12432" anchor="ctr">
                    <a:lnL>
                      <a:noFill/>
                    </a:lnL>
                    <a:lnR>
                      <a:noFill/>
                    </a:lnR>
                    <a:lnT>
                      <a:noFill/>
                    </a:lnT>
                    <a:lnB>
                      <a:noFill/>
                    </a:lnB>
                    <a:noFill/>
                  </a:tcPr>
                </a:tc>
                <a:tc>
                  <a:txBody>
                    <a:bodyPr/>
                    <a:lstStyle/>
                    <a:p>
                      <a:pPr>
                        <a:buNone/>
                      </a:pPr>
                      <a:r>
                        <a:rPr lang="en-IN" sz="1400" b="1">
                          <a:latin typeface="Times New Roman" panose="02020603050405020304" pitchFamily="18" charset="0"/>
                          <a:cs typeface="Times New Roman" panose="02020603050405020304" pitchFamily="18" charset="0"/>
                        </a:rPr>
                        <a:t>Authors</a:t>
                      </a:r>
                      <a:endParaRPr lang="en-IN" sz="1400">
                        <a:latin typeface="Times New Roman" panose="02020603050405020304" pitchFamily="18" charset="0"/>
                        <a:cs typeface="Times New Roman" panose="02020603050405020304" pitchFamily="18" charset="0"/>
                      </a:endParaRPr>
                    </a:p>
                  </a:txBody>
                  <a:tcPr marL="24865" marR="24865" marT="12432" marB="12432" anchor="ctr">
                    <a:lnL>
                      <a:noFill/>
                    </a:lnL>
                    <a:lnR>
                      <a:noFill/>
                    </a:lnR>
                    <a:lnT>
                      <a:noFill/>
                    </a:lnT>
                    <a:lnB>
                      <a:noFill/>
                    </a:lnB>
                    <a:noFill/>
                  </a:tcPr>
                </a:tc>
                <a:tc>
                  <a:txBody>
                    <a:bodyPr/>
                    <a:lstStyle/>
                    <a:p>
                      <a:pPr>
                        <a:buNone/>
                      </a:pPr>
                      <a:r>
                        <a:rPr lang="en-IN" sz="1400" b="1" dirty="0">
                          <a:latin typeface="Times New Roman" panose="02020603050405020304" pitchFamily="18" charset="0"/>
                          <a:cs typeface="Times New Roman" panose="02020603050405020304" pitchFamily="18" charset="0"/>
                        </a:rPr>
                        <a:t>Title</a:t>
                      </a:r>
                      <a:endParaRPr lang="en-IN" sz="1400" dirty="0">
                        <a:latin typeface="Times New Roman" panose="02020603050405020304" pitchFamily="18" charset="0"/>
                        <a:cs typeface="Times New Roman" panose="02020603050405020304" pitchFamily="18" charset="0"/>
                      </a:endParaRPr>
                    </a:p>
                  </a:txBody>
                  <a:tcPr marL="24865" marR="24865" marT="12432" marB="12432" anchor="ctr">
                    <a:lnL>
                      <a:noFill/>
                    </a:lnL>
                    <a:lnR>
                      <a:noFill/>
                    </a:lnR>
                    <a:lnT>
                      <a:noFill/>
                    </a:lnT>
                    <a:lnB>
                      <a:noFill/>
                    </a:lnB>
                    <a:noFill/>
                  </a:tcPr>
                </a:tc>
                <a:tc>
                  <a:txBody>
                    <a:bodyPr/>
                    <a:lstStyle/>
                    <a:p>
                      <a:pPr>
                        <a:buNone/>
                      </a:pPr>
                      <a:r>
                        <a:rPr lang="en-IN" sz="1400" b="1">
                          <a:latin typeface="Times New Roman" panose="02020603050405020304" pitchFamily="18" charset="0"/>
                          <a:cs typeface="Times New Roman" panose="02020603050405020304" pitchFamily="18" charset="0"/>
                        </a:rPr>
                        <a:t>Publication &amp; Link</a:t>
                      </a:r>
                      <a:endParaRPr lang="en-IN" sz="1400">
                        <a:latin typeface="Times New Roman" panose="02020603050405020304" pitchFamily="18" charset="0"/>
                        <a:cs typeface="Times New Roman" panose="02020603050405020304" pitchFamily="18" charset="0"/>
                      </a:endParaRPr>
                    </a:p>
                  </a:txBody>
                  <a:tcPr marL="24865" marR="24865" marT="12432" marB="12432" anchor="ctr">
                    <a:lnL>
                      <a:noFill/>
                    </a:lnL>
                    <a:lnR>
                      <a:noFill/>
                    </a:lnR>
                    <a:lnT>
                      <a:noFill/>
                    </a:lnT>
                    <a:lnB>
                      <a:noFill/>
                    </a:lnB>
                    <a:noFill/>
                  </a:tcPr>
                </a:tc>
                <a:extLst>
                  <a:ext uri="{0D108BD9-81ED-4DB2-BD59-A6C34878D82A}">
                    <a16:rowId xmlns:a16="http://schemas.microsoft.com/office/drawing/2014/main" val="1899361718"/>
                  </a:ext>
                </a:extLst>
              </a:tr>
              <a:tr h="1891825">
                <a:tc>
                  <a:txBody>
                    <a:bodyPr/>
                    <a:lstStyle/>
                    <a:p>
                      <a:pPr>
                        <a:buNone/>
                      </a:pPr>
                      <a:r>
                        <a:rPr lang="en-IN" sz="1400" dirty="0">
                          <a:latin typeface="Times New Roman" panose="02020603050405020304" pitchFamily="18" charset="0"/>
                          <a:cs typeface="Times New Roman" panose="02020603050405020304" pitchFamily="18" charset="0"/>
                        </a:rPr>
                        <a:t>1</a:t>
                      </a:r>
                    </a:p>
                  </a:txBody>
                  <a:tcPr marL="24865" marR="24865" marT="12432" marB="12432" anchor="ctr">
                    <a:lnL>
                      <a:noFill/>
                    </a:lnL>
                    <a:lnR>
                      <a:noFill/>
                    </a:lnR>
                    <a:lnT>
                      <a:noFill/>
                    </a:lnT>
                    <a:lnB>
                      <a:noFill/>
                    </a:lnB>
                    <a:noFill/>
                  </a:tcPr>
                </a:tc>
                <a:tc>
                  <a:txBody>
                    <a:bodyPr/>
                    <a:lstStyle/>
                    <a:p>
                      <a:pPr>
                        <a:buNone/>
                      </a:pPr>
                      <a:r>
                        <a:rPr lang="en-IN" sz="1400" dirty="0">
                          <a:latin typeface="Times New Roman" panose="02020603050405020304" pitchFamily="18" charset="0"/>
                          <a:cs typeface="Times New Roman" panose="02020603050405020304" pitchFamily="18" charset="0"/>
                        </a:rPr>
                        <a:t>2023</a:t>
                      </a:r>
                    </a:p>
                  </a:txBody>
                  <a:tcPr marL="24865" marR="24865" marT="12432" marB="12432" anchor="ctr">
                    <a:lnL>
                      <a:noFill/>
                    </a:lnL>
                    <a:lnR>
                      <a:noFill/>
                    </a:lnR>
                    <a:lnT>
                      <a:noFill/>
                    </a:lnT>
                    <a:lnB>
                      <a:noFill/>
                    </a:lnB>
                    <a:noFill/>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Prathamesh </a:t>
                      </a:r>
                      <a:r>
                        <a:rPr lang="en-IN" sz="1400" dirty="0" err="1">
                          <a:latin typeface="Times New Roman" panose="02020603050405020304" pitchFamily="18" charset="0"/>
                          <a:cs typeface="Times New Roman" panose="02020603050405020304" pitchFamily="18" charset="0"/>
                        </a:rPr>
                        <a:t>Auti</a:t>
                      </a:r>
                      <a:r>
                        <a:rPr lang="en-IN" sz="1400" dirty="0">
                          <a:latin typeface="Times New Roman" panose="02020603050405020304" pitchFamily="18" charset="0"/>
                          <a:cs typeface="Times New Roman" panose="02020603050405020304" pitchFamily="18" charset="0"/>
                        </a:rPr>
                        <a:t>, Mohit </a:t>
                      </a:r>
                      <a:r>
                        <a:rPr lang="en-IN" sz="1400" dirty="0" err="1">
                          <a:latin typeface="Times New Roman" panose="02020603050405020304" pitchFamily="18" charset="0"/>
                          <a:cs typeface="Times New Roman" panose="02020603050405020304" pitchFamily="18" charset="0"/>
                        </a:rPr>
                        <a:t>Bawankar</a:t>
                      </a:r>
                      <a:r>
                        <a:rPr lang="en-IN" sz="1400" dirty="0">
                          <a:latin typeface="Times New Roman" panose="02020603050405020304" pitchFamily="18" charset="0"/>
                          <a:cs typeface="Times New Roman" panose="02020603050405020304" pitchFamily="18" charset="0"/>
                        </a:rPr>
                        <a:t>, Pranav </a:t>
                      </a:r>
                      <a:r>
                        <a:rPr lang="en-IN" sz="1400" dirty="0" err="1">
                          <a:latin typeface="Times New Roman" panose="02020603050405020304" pitchFamily="18" charset="0"/>
                          <a:cs typeface="Times New Roman" panose="02020603050405020304" pitchFamily="18" charset="0"/>
                        </a:rPr>
                        <a:t>Bochare</a:t>
                      </a:r>
                      <a:r>
                        <a:rPr lang="en-IN" sz="1400" dirty="0">
                          <a:latin typeface="Times New Roman" panose="02020603050405020304" pitchFamily="18" charset="0"/>
                          <a:cs typeface="Times New Roman" panose="02020603050405020304" pitchFamily="18" charset="0"/>
                        </a:rPr>
                        <a:t> et al.</a:t>
                      </a:r>
                    </a:p>
                    <a:p>
                      <a:pPr>
                        <a:buNone/>
                      </a:pPr>
                      <a:endParaRPr lang="en-IN" sz="1400" dirty="0">
                        <a:latin typeface="Times New Roman" panose="02020603050405020304" pitchFamily="18" charset="0"/>
                        <a:cs typeface="Times New Roman" panose="02020603050405020304" pitchFamily="18" charset="0"/>
                      </a:endParaRPr>
                    </a:p>
                  </a:txBody>
                  <a:tcPr marL="24865" marR="24865" marT="12432" marB="12432" anchor="ctr">
                    <a:lnL>
                      <a:noFill/>
                    </a:lnL>
                    <a:lnR>
                      <a:noFill/>
                    </a:lnR>
                    <a:lnT>
                      <a:noFill/>
                    </a:lnT>
                    <a:lnB>
                      <a:noFill/>
                    </a:lnB>
                    <a:noFill/>
                  </a:tcPr>
                </a:tc>
                <a:tc>
                  <a:txBody>
                    <a:bodyPr/>
                    <a:lstStyle/>
                    <a:p>
                      <a:pPr>
                        <a:buNone/>
                      </a:pPr>
                      <a:r>
                        <a:rPr lang="en-IN" sz="1400" dirty="0">
                          <a:latin typeface="Times New Roman" panose="02020603050405020304" pitchFamily="18" charset="0"/>
                          <a:cs typeface="Times New Roman" panose="02020603050405020304" pitchFamily="18" charset="0"/>
                        </a:rPr>
                        <a:t>Smart Canteen  System</a:t>
                      </a:r>
                    </a:p>
                  </a:txBody>
                  <a:tcPr marL="24865" marR="24865" marT="12432" marB="12432" anchor="ctr">
                    <a:lnL>
                      <a:noFill/>
                    </a:lnL>
                    <a:lnR>
                      <a:noFill/>
                    </a:lnR>
                    <a:lnT>
                      <a:noFill/>
                    </a:lnT>
                    <a:lnB>
                      <a:noFill/>
                    </a:lnB>
                    <a:noFill/>
                  </a:tcPr>
                </a:tc>
                <a:tc>
                  <a:txBody>
                    <a:bodyPr/>
                    <a:lstStyle/>
                    <a:p>
                      <a:pPr marL="0" marR="0" lvl="0" indent="0" algn="l" defTabSz="914282"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IJRASET – </a:t>
                      </a:r>
                      <a:r>
                        <a:rPr lang="en-IN" sz="1400" dirty="0">
                          <a:latin typeface="Times New Roman" panose="02020603050405020304" pitchFamily="18" charset="0"/>
                          <a:cs typeface="Times New Roman" panose="02020603050405020304" pitchFamily="18" charset="0"/>
                          <a:hlinkClick r:id="rId2"/>
                        </a:rPr>
                        <a:t>🔗 Click Here</a:t>
                      </a:r>
                      <a:endParaRPr lang="en-IN" sz="1400" dirty="0">
                        <a:latin typeface="Times New Roman" panose="02020603050405020304" pitchFamily="18" charset="0"/>
                        <a:cs typeface="Times New Roman" panose="02020603050405020304" pitchFamily="18" charset="0"/>
                      </a:endParaRPr>
                    </a:p>
                    <a:p>
                      <a:pPr>
                        <a:buNone/>
                      </a:pPr>
                      <a:endParaRPr lang="en-IN" sz="1400" dirty="0">
                        <a:latin typeface="Times New Roman" panose="02020603050405020304" pitchFamily="18" charset="0"/>
                        <a:cs typeface="Times New Roman" panose="02020603050405020304" pitchFamily="18" charset="0"/>
                      </a:endParaRPr>
                    </a:p>
                  </a:txBody>
                  <a:tcPr marL="24865" marR="24865" marT="12432" marB="12432" anchor="ctr">
                    <a:lnL>
                      <a:noFill/>
                    </a:lnL>
                    <a:lnR>
                      <a:noFill/>
                    </a:lnR>
                    <a:lnT>
                      <a:noFill/>
                    </a:lnT>
                    <a:lnB>
                      <a:noFill/>
                    </a:lnB>
                    <a:noFill/>
                  </a:tcPr>
                </a:tc>
                <a:extLst>
                  <a:ext uri="{0D108BD9-81ED-4DB2-BD59-A6C34878D82A}">
                    <a16:rowId xmlns:a16="http://schemas.microsoft.com/office/drawing/2014/main" val="312116896"/>
                  </a:ext>
                </a:extLst>
              </a:tr>
              <a:tr h="1892246">
                <a:tc>
                  <a:txBody>
                    <a:bodyPr/>
                    <a:lstStyle/>
                    <a:p>
                      <a:pPr>
                        <a:buNone/>
                      </a:pPr>
                      <a:r>
                        <a:rPr lang="en-IN" sz="1400" dirty="0">
                          <a:latin typeface="Times New Roman" panose="02020603050405020304" pitchFamily="18" charset="0"/>
                          <a:cs typeface="Times New Roman" panose="02020603050405020304" pitchFamily="18" charset="0"/>
                        </a:rPr>
                        <a:t>2</a:t>
                      </a:r>
                    </a:p>
                  </a:txBody>
                  <a:tcPr marL="24865" marR="24865" marT="12432" marB="12432" anchor="ctr">
                    <a:lnL>
                      <a:noFill/>
                    </a:lnL>
                    <a:lnR>
                      <a:noFill/>
                    </a:lnR>
                    <a:lnT>
                      <a:noFill/>
                    </a:lnT>
                    <a:lnB>
                      <a:noFill/>
                    </a:lnB>
                    <a:noFill/>
                  </a:tcPr>
                </a:tc>
                <a:tc>
                  <a:txBody>
                    <a:bodyPr/>
                    <a:lstStyle/>
                    <a:p>
                      <a:pPr>
                        <a:buNone/>
                      </a:pPr>
                      <a:r>
                        <a:rPr lang="en-IN" sz="1400" dirty="0">
                          <a:latin typeface="Times New Roman" panose="02020603050405020304" pitchFamily="18" charset="0"/>
                          <a:cs typeface="Times New Roman" panose="02020603050405020304" pitchFamily="18" charset="0"/>
                        </a:rPr>
                        <a:t>2022</a:t>
                      </a:r>
                    </a:p>
                  </a:txBody>
                  <a:tcPr marL="24865" marR="24865" marT="12432" marB="12432" anchor="ctr">
                    <a:lnL>
                      <a:noFill/>
                    </a:lnL>
                    <a:lnR>
                      <a:noFill/>
                    </a:lnR>
                    <a:lnT>
                      <a:noFill/>
                    </a:lnT>
                    <a:lnB>
                      <a:noFill/>
                    </a:lnB>
                    <a:noFill/>
                  </a:tcPr>
                </a:tc>
                <a:tc>
                  <a:txBody>
                    <a:bodyPr/>
                    <a:lstStyle/>
                    <a:p>
                      <a:pPr>
                        <a:buNone/>
                      </a:pPr>
                      <a:r>
                        <a:rPr lang="en-IN" sz="1400" dirty="0">
                          <a:latin typeface="Times New Roman" panose="02020603050405020304" pitchFamily="18" charset="0"/>
                          <a:cs typeface="Times New Roman" panose="02020603050405020304" pitchFamily="18" charset="0"/>
                        </a:rPr>
                        <a:t>Sujata Joshi, </a:t>
                      </a:r>
                      <a:r>
                        <a:rPr lang="en-IN" sz="1400" dirty="0" err="1">
                          <a:latin typeface="Times New Roman" panose="02020603050405020304" pitchFamily="18" charset="0"/>
                          <a:cs typeface="Times New Roman" panose="02020603050405020304" pitchFamily="18" charset="0"/>
                        </a:rPr>
                        <a:t>Bivek</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Kasaju</a:t>
                      </a:r>
                      <a:r>
                        <a:rPr lang="en-IN" sz="1400" dirty="0">
                          <a:latin typeface="Times New Roman" panose="02020603050405020304" pitchFamily="18" charset="0"/>
                          <a:cs typeface="Times New Roman" panose="02020603050405020304" pitchFamily="18" charset="0"/>
                        </a:rPr>
                        <a:t>, Pratik Karki et al.</a:t>
                      </a:r>
                    </a:p>
                  </a:txBody>
                  <a:tcPr marL="24865" marR="24865" marT="12432" marB="12432" anchor="ctr">
                    <a:lnL>
                      <a:noFill/>
                    </a:lnL>
                    <a:lnR>
                      <a:noFill/>
                    </a:lnR>
                    <a:lnT>
                      <a:noFill/>
                    </a:lnT>
                    <a:lnB>
                      <a:noFill/>
                    </a:lnB>
                    <a:noFill/>
                  </a:tcPr>
                </a:tc>
                <a:tc>
                  <a:txBody>
                    <a:bodyPr/>
                    <a:lstStyle/>
                    <a:p>
                      <a:pPr>
                        <a:buNone/>
                      </a:pPr>
                      <a:r>
                        <a:rPr lang="en-IN" sz="1400" dirty="0">
                          <a:latin typeface="Times New Roman" panose="02020603050405020304" pitchFamily="18" charset="0"/>
                          <a:cs typeface="Times New Roman" panose="02020603050405020304" pitchFamily="18" charset="0"/>
                        </a:rPr>
                        <a:t>Smart Canteen  Management System</a:t>
                      </a:r>
                    </a:p>
                  </a:txBody>
                  <a:tcPr marL="24865" marR="24865" marT="12432" marB="12432" anchor="ctr">
                    <a:lnL>
                      <a:noFill/>
                    </a:lnL>
                    <a:lnR>
                      <a:noFill/>
                    </a:lnR>
                    <a:lnT>
                      <a:noFill/>
                    </a:lnT>
                    <a:lnB>
                      <a:noFill/>
                    </a:lnB>
                    <a:noFill/>
                  </a:tcPr>
                </a:tc>
                <a:tc>
                  <a:txBody>
                    <a:bodyPr/>
                    <a:lstStyle/>
                    <a:p>
                      <a:pPr>
                        <a:buNone/>
                      </a:pPr>
                      <a:r>
                        <a:rPr lang="en-IN" sz="1400" dirty="0">
                          <a:latin typeface="Times New Roman" panose="02020603050405020304" pitchFamily="18" charset="0"/>
                          <a:cs typeface="Times New Roman" panose="02020603050405020304" pitchFamily="18" charset="0"/>
                        </a:rPr>
                        <a:t>IJRASET – </a:t>
                      </a:r>
                      <a:r>
                        <a:rPr lang="en-IN" sz="1400" dirty="0">
                          <a:latin typeface="Times New Roman" panose="02020603050405020304" pitchFamily="18" charset="0"/>
                          <a:cs typeface="Times New Roman" panose="02020603050405020304" pitchFamily="18" charset="0"/>
                          <a:hlinkClick r:id="rId3"/>
                        </a:rPr>
                        <a:t>🔗 Click Here</a:t>
                      </a:r>
                      <a:endParaRPr lang="en-IN" sz="1400" dirty="0">
                        <a:latin typeface="Times New Roman" panose="02020603050405020304" pitchFamily="18" charset="0"/>
                        <a:cs typeface="Times New Roman" panose="02020603050405020304" pitchFamily="18" charset="0"/>
                      </a:endParaRPr>
                    </a:p>
                  </a:txBody>
                  <a:tcPr marL="24865" marR="24865" marT="12432" marB="12432" anchor="ctr">
                    <a:lnL>
                      <a:noFill/>
                    </a:lnL>
                    <a:lnR>
                      <a:noFill/>
                    </a:lnR>
                    <a:lnT>
                      <a:noFill/>
                    </a:lnT>
                    <a:lnB>
                      <a:noFill/>
                    </a:lnB>
                    <a:noFill/>
                  </a:tcPr>
                </a:tc>
                <a:extLst>
                  <a:ext uri="{0D108BD9-81ED-4DB2-BD59-A6C34878D82A}">
                    <a16:rowId xmlns:a16="http://schemas.microsoft.com/office/drawing/2014/main" val="2656188997"/>
                  </a:ext>
                </a:extLst>
              </a:tr>
              <a:tr h="1685621">
                <a:tc>
                  <a:txBody>
                    <a:bodyPr/>
                    <a:lstStyle/>
                    <a:p>
                      <a:pPr>
                        <a:buNone/>
                      </a:pPr>
                      <a:r>
                        <a:rPr lang="en-IN" sz="1400">
                          <a:latin typeface="Times New Roman" panose="02020603050405020304" pitchFamily="18" charset="0"/>
                          <a:cs typeface="Times New Roman" panose="02020603050405020304" pitchFamily="18" charset="0"/>
                        </a:rPr>
                        <a:t>3</a:t>
                      </a:r>
                    </a:p>
                  </a:txBody>
                  <a:tcPr marL="24865" marR="24865" marT="12432" marB="12432" anchor="ctr">
                    <a:lnL>
                      <a:noFill/>
                    </a:lnL>
                    <a:lnR>
                      <a:noFill/>
                    </a:lnR>
                    <a:lnT>
                      <a:noFill/>
                    </a:lnT>
                    <a:lnB>
                      <a:noFill/>
                    </a:lnB>
                    <a:noFill/>
                  </a:tcPr>
                </a:tc>
                <a:tc>
                  <a:txBody>
                    <a:bodyPr/>
                    <a:lstStyle/>
                    <a:p>
                      <a:pPr>
                        <a:buNone/>
                      </a:pPr>
                      <a:r>
                        <a:rPr lang="en-IN" sz="1400" dirty="0">
                          <a:latin typeface="Times New Roman" panose="02020603050405020304" pitchFamily="18" charset="0"/>
                          <a:cs typeface="Times New Roman" panose="02020603050405020304" pitchFamily="18" charset="0"/>
                        </a:rPr>
                        <a:t>2021</a:t>
                      </a:r>
                    </a:p>
                  </a:txBody>
                  <a:tcPr marL="24865" marR="24865" marT="12432" marB="12432" anchor="ctr">
                    <a:lnL>
                      <a:noFill/>
                    </a:lnL>
                    <a:lnR>
                      <a:noFill/>
                    </a:lnR>
                    <a:lnT>
                      <a:noFill/>
                    </a:lnT>
                    <a:lnB>
                      <a:noFill/>
                    </a:lnB>
                    <a:noFill/>
                  </a:tcPr>
                </a:tc>
                <a:tc>
                  <a:txBody>
                    <a:bodyPr/>
                    <a:lstStyle/>
                    <a:p>
                      <a:pPr>
                        <a:buNone/>
                      </a:pPr>
                      <a:r>
                        <a:rPr lang="en-IN" sz="1400">
                          <a:latin typeface="Times New Roman" panose="02020603050405020304" pitchFamily="18" charset="0"/>
                          <a:cs typeface="Times New Roman" panose="02020603050405020304" pitchFamily="18" charset="0"/>
                        </a:rPr>
                        <a:t>Harshada Menewar, Siya Bhandari, Prajakta Mahajan et al.</a:t>
                      </a:r>
                    </a:p>
                  </a:txBody>
                  <a:tcPr marL="24865" marR="24865" marT="12432" marB="12432" anchor="ctr">
                    <a:lnL>
                      <a:noFill/>
                    </a:lnL>
                    <a:lnR>
                      <a:noFill/>
                    </a:lnR>
                    <a:lnT>
                      <a:noFill/>
                    </a:lnT>
                    <a:lnB>
                      <a:noFill/>
                    </a:lnB>
                    <a:noFill/>
                  </a:tcPr>
                </a:tc>
                <a:tc>
                  <a:txBody>
                    <a:bodyPr/>
                    <a:lstStyle/>
                    <a:p>
                      <a:pPr>
                        <a:buNone/>
                      </a:pPr>
                      <a:r>
                        <a:rPr lang="en-US" sz="1400" dirty="0">
                          <a:latin typeface="Times New Roman" panose="02020603050405020304" pitchFamily="18" charset="0"/>
                          <a:cs typeface="Times New Roman" panose="02020603050405020304" pitchFamily="18" charset="0"/>
                        </a:rPr>
                        <a:t>Smart Canteen and Cafeteria Management System using RFID &amp; IoT</a:t>
                      </a:r>
                    </a:p>
                  </a:txBody>
                  <a:tcPr marL="24865" marR="24865" marT="12432" marB="12432" anchor="ctr">
                    <a:lnL>
                      <a:noFill/>
                    </a:lnL>
                    <a:lnR>
                      <a:noFill/>
                    </a:lnR>
                    <a:lnT>
                      <a:noFill/>
                    </a:lnT>
                    <a:lnB>
                      <a:noFill/>
                    </a:lnB>
                    <a:noFill/>
                  </a:tcPr>
                </a:tc>
                <a:tc>
                  <a:txBody>
                    <a:bodyPr/>
                    <a:lstStyle/>
                    <a:p>
                      <a:pPr>
                        <a:buNone/>
                      </a:pPr>
                      <a:r>
                        <a:rPr lang="en-IN" sz="1400" dirty="0">
                          <a:latin typeface="Times New Roman" panose="02020603050405020304" pitchFamily="18" charset="0"/>
                          <a:cs typeface="Times New Roman" panose="02020603050405020304" pitchFamily="18" charset="0"/>
                        </a:rPr>
                        <a:t>IJRASET – </a:t>
                      </a:r>
                      <a:r>
                        <a:rPr lang="en-IN" sz="1400" dirty="0">
                          <a:latin typeface="Times New Roman" panose="02020603050405020304" pitchFamily="18" charset="0"/>
                          <a:cs typeface="Times New Roman" panose="02020603050405020304" pitchFamily="18" charset="0"/>
                          <a:hlinkClick r:id="rId4"/>
                        </a:rPr>
                        <a:t>🔗 Click Here</a:t>
                      </a:r>
                      <a:endParaRPr lang="en-IN" sz="1400" dirty="0">
                        <a:latin typeface="Times New Roman" panose="02020603050405020304" pitchFamily="18" charset="0"/>
                        <a:cs typeface="Times New Roman" panose="02020603050405020304" pitchFamily="18" charset="0"/>
                      </a:endParaRPr>
                    </a:p>
                  </a:txBody>
                  <a:tcPr marL="24865" marR="24865" marT="12432" marB="12432" anchor="ctr">
                    <a:lnL>
                      <a:noFill/>
                    </a:lnL>
                    <a:lnR>
                      <a:noFill/>
                    </a:lnR>
                    <a:lnT>
                      <a:noFill/>
                    </a:lnT>
                    <a:lnB>
                      <a:noFill/>
                    </a:lnB>
                    <a:noFill/>
                  </a:tcPr>
                </a:tc>
                <a:extLst>
                  <a:ext uri="{0D108BD9-81ED-4DB2-BD59-A6C34878D82A}">
                    <a16:rowId xmlns:a16="http://schemas.microsoft.com/office/drawing/2014/main" val="1576863553"/>
                  </a:ext>
                </a:extLst>
              </a:tr>
            </a:tbl>
          </a:graphicData>
        </a:graphic>
      </p:graphicFrame>
      <p:sp>
        <p:nvSpPr>
          <p:cNvPr id="5" name="Rectangle 1">
            <a:extLst>
              <a:ext uri="{FF2B5EF4-FFF2-40B4-BE49-F238E27FC236}">
                <a16:creationId xmlns:a16="http://schemas.microsoft.com/office/drawing/2014/main" id="{F572C555-0FA0-F482-6CCF-D3E100260890}"/>
              </a:ext>
            </a:extLst>
          </p:cNvPr>
          <p:cNvSpPr>
            <a:spLocks noGrp="1" noChangeArrowheads="1"/>
          </p:cNvSpPr>
          <p:nvPr>
            <p:ph type="body" idx="1"/>
          </p:nvPr>
        </p:nvSpPr>
        <p:spPr bwMode="auto">
          <a:xfrm>
            <a:off x="3287880" y="185488"/>
            <a:ext cx="2624629"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Literature Survey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41406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92A6E-86BE-FCB9-DD97-98AD68C8608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Existing System:</a:t>
            </a:r>
            <a:endParaRPr lang="en-IN" sz="2400" b="1" dirty="0"/>
          </a:p>
        </p:txBody>
      </p:sp>
      <p:sp>
        <p:nvSpPr>
          <p:cNvPr id="3" name="Content Placeholder 2">
            <a:extLst>
              <a:ext uri="{FF2B5EF4-FFF2-40B4-BE49-F238E27FC236}">
                <a16:creationId xmlns:a16="http://schemas.microsoft.com/office/drawing/2014/main" id="{250CF845-96D8-E1EA-D99F-322BC3D6CE80}"/>
              </a:ext>
            </a:extLst>
          </p:cNvPr>
          <p:cNvSpPr>
            <a:spLocks noGrp="1"/>
          </p:cNvSpPr>
          <p:nvPr>
            <p:ph idx="1"/>
          </p:nvPr>
        </p:nvSpPr>
        <p:spPr>
          <a:xfrm>
            <a:off x="838200" y="1253330"/>
            <a:ext cx="10515600" cy="4351339"/>
          </a:xfrm>
        </p:spPr>
        <p:txBody>
          <a:bodyPr>
            <a:normAutofit lnSpcReduction="10000"/>
          </a:bodyPr>
          <a:lstStyle/>
          <a:p>
            <a:pPr marL="0" indent="0">
              <a:lnSpc>
                <a:spcPct val="150000"/>
              </a:lnSpc>
              <a:buNone/>
            </a:pPr>
            <a:endParaRPr lang="en-US" dirty="0">
              <a:latin typeface="Times New Roman" panose="02020603050405020304" pitchFamily="18" charset="0"/>
              <a:cs typeface="Times New Roman" panose="02020603050405020304" pitchFamily="18" charset="0"/>
            </a:endParaRPr>
          </a:p>
          <a:p>
            <a:pPr>
              <a:lnSpc>
                <a:spcPct val="150000"/>
              </a:lnSpc>
            </a:pPr>
            <a:r>
              <a:rPr lang="en-US" sz="2200" dirty="0">
                <a:latin typeface="Times New Roman" panose="02020603050405020304" pitchFamily="18" charset="0"/>
                <a:cs typeface="Times New Roman" panose="02020603050405020304" pitchFamily="18" charset="0"/>
              </a:rPr>
              <a:t>Current system is mostly manual or semi-digital</a:t>
            </a:r>
          </a:p>
          <a:p>
            <a:pPr>
              <a:lnSpc>
                <a:spcPct val="150000"/>
              </a:lnSpc>
            </a:pPr>
            <a:r>
              <a:rPr lang="en-US" sz="2200" dirty="0">
                <a:latin typeface="Times New Roman" panose="02020603050405020304" pitchFamily="18" charset="0"/>
                <a:cs typeface="Times New Roman" panose="02020603050405020304" pitchFamily="18" charset="0"/>
              </a:rPr>
              <a:t>Students stand in queues to place orders</a:t>
            </a:r>
          </a:p>
          <a:p>
            <a:pPr>
              <a:lnSpc>
                <a:spcPct val="150000"/>
              </a:lnSpc>
            </a:pPr>
            <a:r>
              <a:rPr lang="en-US" sz="2200" dirty="0">
                <a:latin typeface="Times New Roman" panose="02020603050405020304" pitchFamily="18" charset="0"/>
                <a:cs typeface="Times New Roman" panose="02020603050405020304" pitchFamily="18" charset="0"/>
              </a:rPr>
              <a:t>Payments are often done manually (cash-based)</a:t>
            </a:r>
          </a:p>
          <a:p>
            <a:pPr>
              <a:lnSpc>
                <a:spcPct val="150000"/>
              </a:lnSpc>
            </a:pPr>
            <a:r>
              <a:rPr lang="en-US" sz="2200" dirty="0">
                <a:latin typeface="Times New Roman" panose="02020603050405020304" pitchFamily="18" charset="0"/>
                <a:cs typeface="Times New Roman" panose="02020603050405020304" pitchFamily="18" charset="0"/>
              </a:rPr>
              <a:t>No proper order tracking system</a:t>
            </a:r>
          </a:p>
          <a:p>
            <a:pPr>
              <a:lnSpc>
                <a:spcPct val="150000"/>
              </a:lnSpc>
            </a:pPr>
            <a:r>
              <a:rPr lang="en-US" sz="2200" dirty="0">
                <a:latin typeface="Times New Roman" panose="02020603050405020304" pitchFamily="18" charset="0"/>
                <a:cs typeface="Times New Roman" panose="02020603050405020304" pitchFamily="18" charset="0"/>
              </a:rPr>
              <a:t>High chances of errors and delays</a:t>
            </a:r>
          </a:p>
          <a:p>
            <a:pPr>
              <a:lnSpc>
                <a:spcPct val="150000"/>
              </a:lnSpc>
            </a:pPr>
            <a:r>
              <a:rPr lang="en-US" sz="2200" dirty="0">
                <a:latin typeface="Times New Roman" panose="02020603050405020304" pitchFamily="18" charset="0"/>
                <a:cs typeface="Times New Roman" panose="02020603050405020304" pitchFamily="18" charset="0"/>
              </a:rPr>
              <a:t>Time-consuming during peak hours</a:t>
            </a:r>
          </a:p>
          <a:p>
            <a:endParaRPr lang="en-IN" dirty="0"/>
          </a:p>
        </p:txBody>
      </p:sp>
    </p:spTree>
    <p:extLst>
      <p:ext uri="{BB962C8B-B14F-4D97-AF65-F5344CB8AC3E}">
        <p14:creationId xmlns:p14="http://schemas.microsoft.com/office/powerpoint/2010/main" val="2257049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3BF47-A0A5-9462-65EE-4883E13507A3}"/>
              </a:ext>
            </a:extLst>
          </p:cNvPr>
          <p:cNvSpPr>
            <a:spLocks noGrp="1"/>
          </p:cNvSpPr>
          <p:nvPr>
            <p:ph type="title"/>
          </p:nvPr>
        </p:nvSpPr>
        <p:spPr>
          <a:xfrm>
            <a:off x="838200" y="365125"/>
            <a:ext cx="10515600" cy="5926493"/>
          </a:xfrm>
        </p:spPr>
        <p:txBody>
          <a:bodyPr>
            <a:normAutofit/>
          </a:bodyPr>
          <a:lstStyle/>
          <a:p>
            <a:r>
              <a:rPr lang="en-IN" dirty="0"/>
              <a:t>               </a:t>
            </a:r>
            <a:r>
              <a:rPr lang="en-IN" sz="2400" b="1" dirty="0">
                <a:latin typeface="Times New Roman" panose="02020603050405020304" pitchFamily="18" charset="0"/>
                <a:cs typeface="Times New Roman" panose="02020603050405020304" pitchFamily="18" charset="0"/>
              </a:rPr>
              <a:t>Applications of the Project</a:t>
            </a:r>
            <a:br>
              <a:rPr lang="en-IN" dirty="0"/>
            </a:br>
            <a:br>
              <a:rPr lang="en-IN" dirty="0"/>
            </a:br>
            <a:r>
              <a:rPr lang="en-IN" sz="2000" dirty="0">
                <a:latin typeface="Times New Roman" panose="02020603050405020304" pitchFamily="18" charset="0"/>
                <a:cs typeface="Times New Roman" panose="02020603050405020304" pitchFamily="18" charset="0"/>
              </a:rPr>
              <a:t>Useful in college canteens </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Can be used in restaurants and cafes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Offices &amp; Corporate Companies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Schools &amp;Food Courts &amp; Malls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Railway Stations &amp; Airports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Industrial Canteens</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2638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7EA21-BC16-DBD8-41DD-B8F586976FFC}"/>
              </a:ext>
            </a:extLst>
          </p:cNvPr>
          <p:cNvSpPr>
            <a:spLocks noGrp="1"/>
          </p:cNvSpPr>
          <p:nvPr>
            <p:ph type="title"/>
          </p:nvPr>
        </p:nvSpPr>
        <p:spPr>
          <a:xfrm>
            <a:off x="782052" y="76367"/>
            <a:ext cx="10515600" cy="1325563"/>
          </a:xfrm>
        </p:spPr>
        <p:txBody>
          <a:bodyPr/>
          <a:lstStyle/>
          <a:p>
            <a:r>
              <a:rPr lang="en-IN" dirty="0"/>
              <a:t> </a:t>
            </a:r>
            <a:r>
              <a:rPr lang="en-IN" sz="2400" b="1" dirty="0">
                <a:latin typeface="+mn-lt"/>
                <a:cs typeface="Arial" panose="020B0604020202020204" pitchFamily="34" charset="0"/>
              </a:rPr>
              <a:t>Proposed System</a:t>
            </a:r>
          </a:p>
        </p:txBody>
      </p:sp>
      <p:sp>
        <p:nvSpPr>
          <p:cNvPr id="5" name="TextBox 4">
            <a:extLst>
              <a:ext uri="{FF2B5EF4-FFF2-40B4-BE49-F238E27FC236}">
                <a16:creationId xmlns:a16="http://schemas.microsoft.com/office/drawing/2014/main" id="{1091254A-19C5-13A0-6CBD-D8C8487B5D15}"/>
              </a:ext>
            </a:extLst>
          </p:cNvPr>
          <p:cNvSpPr txBox="1"/>
          <p:nvPr/>
        </p:nvSpPr>
        <p:spPr>
          <a:xfrm>
            <a:off x="838200" y="1146412"/>
            <a:ext cx="10039066" cy="4385816"/>
          </a:xfrm>
          <a:prstGeom prst="rect">
            <a:avLst/>
          </a:prstGeom>
          <a:noFill/>
        </p:spPr>
        <p:txBody>
          <a:bodyPr wrap="square">
            <a:spAutoFit/>
          </a:bodyPr>
          <a:lstStyle/>
          <a:p>
            <a:endParaRPr lang="en-IN" dirty="0"/>
          </a:p>
          <a:p>
            <a:r>
              <a:rPr lang="en-IN" sz="2000" dirty="0">
                <a:latin typeface="Times New Roman" panose="02020603050405020304" pitchFamily="18" charset="0"/>
                <a:cs typeface="Times New Roman" panose="02020603050405020304" pitchFamily="18" charset="0"/>
              </a:rPr>
              <a:t>A canteen website where users can order food online</a:t>
            </a:r>
          </a:p>
          <a:p>
            <a:r>
              <a:rPr lang="en-IN" sz="2000" dirty="0">
                <a:latin typeface="Times New Roman" panose="02020603050405020304" pitchFamily="18" charset="0"/>
                <a:cs typeface="Times New Roman" panose="02020603050405020304" pitchFamily="18" charset="0"/>
              </a:rPr>
              <a:t>Users can:</a:t>
            </a:r>
          </a:p>
          <a:p>
            <a:r>
              <a:rPr lang="en-IN" sz="2000" dirty="0">
                <a:latin typeface="Times New Roman" panose="02020603050405020304" pitchFamily="18" charset="0"/>
                <a:cs typeface="Times New Roman" panose="02020603050405020304" pitchFamily="18" charset="0"/>
              </a:rPr>
              <a:t>	view menu items</a:t>
            </a:r>
          </a:p>
          <a:p>
            <a:r>
              <a:rPr lang="en-IN" sz="2000" dirty="0">
                <a:latin typeface="Times New Roman" panose="02020603050405020304" pitchFamily="18" charset="0"/>
                <a:cs typeface="Times New Roman" panose="02020603050405020304" pitchFamily="18" charset="0"/>
              </a:rPr>
              <a:t>	Add items to cart</a:t>
            </a:r>
          </a:p>
          <a:p>
            <a:r>
              <a:rPr lang="en-IN" sz="2000" dirty="0">
                <a:latin typeface="Times New Roman" panose="02020603050405020304" pitchFamily="18" charset="0"/>
                <a:cs typeface="Times New Roman" panose="02020603050405020304" pitchFamily="18" charset="0"/>
              </a:rPr>
              <a:t>	Place orders easily</a:t>
            </a:r>
          </a:p>
          <a:p>
            <a:r>
              <a:rPr lang="en-IN" sz="2000" dirty="0">
                <a:latin typeface="Times New Roman" panose="02020603050405020304" pitchFamily="18" charset="0"/>
                <a:cs typeface="Times New Roman" panose="02020603050405020304" pitchFamily="18" charset="0"/>
              </a:rPr>
              <a:t>Admin can:</a:t>
            </a:r>
          </a:p>
          <a:p>
            <a:r>
              <a:rPr lang="en-IN" sz="2000" dirty="0">
                <a:latin typeface="Times New Roman" panose="02020603050405020304" pitchFamily="18" charset="0"/>
                <a:cs typeface="Times New Roman" panose="02020603050405020304" pitchFamily="18" charset="0"/>
              </a:rPr>
              <a:t>	Add/update food items</a:t>
            </a:r>
          </a:p>
          <a:p>
            <a:r>
              <a:rPr lang="en-IN" sz="2000" dirty="0">
                <a:latin typeface="Times New Roman" panose="02020603050405020304" pitchFamily="18" charset="0"/>
                <a:cs typeface="Times New Roman" panose="02020603050405020304" pitchFamily="18" charset="0"/>
              </a:rPr>
              <a:t>	Manage orders</a:t>
            </a:r>
          </a:p>
          <a:p>
            <a:r>
              <a:rPr lang="en-IN" sz="2000" dirty="0">
                <a:latin typeface="Times New Roman" panose="02020603050405020304" pitchFamily="18" charset="0"/>
                <a:cs typeface="Times New Roman" panose="02020603050405020304" pitchFamily="18" charset="0"/>
              </a:rPr>
              <a:t>Features: </a:t>
            </a:r>
          </a:p>
          <a:p>
            <a:r>
              <a:rPr lang="en-IN" sz="2000" dirty="0">
                <a:latin typeface="Times New Roman" panose="02020603050405020304" pitchFamily="18" charset="0"/>
                <a:cs typeface="Times New Roman" panose="02020603050405020304" pitchFamily="18" charset="0"/>
              </a:rPr>
              <a:t>	User login system</a:t>
            </a:r>
          </a:p>
          <a:p>
            <a:r>
              <a:rPr lang="en-IN" sz="2000" dirty="0">
                <a:latin typeface="Times New Roman" panose="02020603050405020304" pitchFamily="18" charset="0"/>
                <a:cs typeface="Times New Roman" panose="02020603050405020304" pitchFamily="18" charset="0"/>
              </a:rPr>
              <a:t>	Real-time order updates</a:t>
            </a:r>
          </a:p>
          <a:p>
            <a:r>
              <a:rPr lang="en-IN" sz="2000" dirty="0">
                <a:latin typeface="Times New Roman" panose="02020603050405020304" pitchFamily="18" charset="0"/>
                <a:cs typeface="Times New Roman" panose="02020603050405020304" pitchFamily="18" charset="0"/>
              </a:rPr>
              <a:t>	Simple and responsive UI</a:t>
            </a:r>
          </a:p>
          <a:p>
            <a:r>
              <a:rPr lang="en-IN" sz="2000" dirty="0">
                <a:latin typeface="Times New Roman" panose="02020603050405020304" pitchFamily="18" charset="0"/>
                <a:cs typeface="Times New Roman" panose="02020603050405020304" pitchFamily="18" charset="0"/>
              </a:rPr>
              <a:t>	Reduces waiting time and improves efficiency</a:t>
            </a:r>
          </a:p>
        </p:txBody>
      </p:sp>
    </p:spTree>
    <p:extLst>
      <p:ext uri="{BB962C8B-B14F-4D97-AF65-F5344CB8AC3E}">
        <p14:creationId xmlns:p14="http://schemas.microsoft.com/office/powerpoint/2010/main" val="2670724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93D4B-0E97-01DC-66DF-BCA1BC47D37A}"/>
              </a:ext>
            </a:extLst>
          </p:cNvPr>
          <p:cNvSpPr>
            <a:spLocks noGrp="1"/>
          </p:cNvSpPr>
          <p:nvPr>
            <p:ph type="title"/>
          </p:nvPr>
        </p:nvSpPr>
        <p:spPr>
          <a:xfrm>
            <a:off x="838200" y="365125"/>
            <a:ext cx="10515600" cy="5629275"/>
          </a:xfrm>
        </p:spPr>
        <p:txBody>
          <a:bodyPr>
            <a:normAutofit/>
          </a:bodyPr>
          <a:lstStyle/>
          <a:p>
            <a:r>
              <a:rPr lang="en-IN" sz="2400" b="1" dirty="0">
                <a:latin typeface="Times New Roman" panose="02020603050405020304" pitchFamily="18" charset="0"/>
                <a:cs typeface="Times New Roman" panose="02020603050405020304" pitchFamily="18" charset="0"/>
              </a:rPr>
              <a:t>                                    Software and Hardware Details</a:t>
            </a:r>
            <a:br>
              <a:rPr lang="en-IN" dirty="0"/>
            </a:br>
            <a:br>
              <a:rPr lang="en-IN" dirty="0"/>
            </a:br>
            <a:r>
              <a:rPr lang="en-IN" sz="2200" dirty="0">
                <a:latin typeface="Times New Roman" panose="02020603050405020304" pitchFamily="18" charset="0"/>
                <a:cs typeface="Times New Roman" panose="02020603050405020304" pitchFamily="18" charset="0"/>
              </a:rPr>
              <a:t>Software Requirements :</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Frontend: HTML, CSS, JavaScript</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Database: Local storage</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Tools : VS Code / Browser (Chrome).</a:t>
            </a:r>
            <a:br>
              <a:rPr lang="en-IN" sz="2200" dirty="0">
                <a:latin typeface="Times New Roman" panose="02020603050405020304" pitchFamily="18" charset="0"/>
                <a:cs typeface="Times New Roman" panose="02020603050405020304" pitchFamily="18" charset="0"/>
              </a:rPr>
            </a:br>
            <a:br>
              <a:rPr lang="en-IN" sz="2200" dirty="0">
                <a:latin typeface="Times New Roman" panose="02020603050405020304" pitchFamily="18" charset="0"/>
                <a:cs typeface="Times New Roman" panose="02020603050405020304" pitchFamily="18" charset="0"/>
              </a:rPr>
            </a:b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HardwareRequirements:</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Computer/Laptop Minimum 4GB RAM</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Internet connection</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Server (local or online hosting)</a:t>
            </a:r>
          </a:p>
        </p:txBody>
      </p:sp>
    </p:spTree>
    <p:extLst>
      <p:ext uri="{BB962C8B-B14F-4D97-AF65-F5344CB8AC3E}">
        <p14:creationId xmlns:p14="http://schemas.microsoft.com/office/powerpoint/2010/main" val="2516601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F85232-C242-7C26-4603-6B797AE05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72716"/>
            <a:ext cx="6230869" cy="6160168"/>
          </a:xfrm>
          <a:prstGeom prst="rect">
            <a:avLst/>
          </a:prstGeom>
        </p:spPr>
      </p:pic>
    </p:spTree>
    <p:extLst>
      <p:ext uri="{BB962C8B-B14F-4D97-AF65-F5344CB8AC3E}">
        <p14:creationId xmlns:p14="http://schemas.microsoft.com/office/powerpoint/2010/main" val="3629692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D62E5F-330E-A098-59E6-71C65BFF4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474" y="128337"/>
            <a:ext cx="11831052" cy="6601326"/>
          </a:xfrm>
          <a:prstGeom prst="rect">
            <a:avLst/>
          </a:prstGeom>
        </p:spPr>
      </p:pic>
    </p:spTree>
    <p:extLst>
      <p:ext uri="{BB962C8B-B14F-4D97-AF65-F5344CB8AC3E}">
        <p14:creationId xmlns:p14="http://schemas.microsoft.com/office/powerpoint/2010/main" val="325985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5D2E6-C124-F5AF-E261-7352566D991A}"/>
              </a:ext>
            </a:extLst>
          </p:cNvPr>
          <p:cNvSpPr>
            <a:spLocks noGrp="1"/>
          </p:cNvSpPr>
          <p:nvPr>
            <p:ph type="title"/>
          </p:nvPr>
        </p:nvSpPr>
        <p:spPr>
          <a:xfrm>
            <a:off x="108284" y="-324686"/>
            <a:ext cx="1720516" cy="1325563"/>
          </a:xfrm>
        </p:spPr>
        <p:txBody>
          <a:bodyPr>
            <a:normAutofit/>
          </a:bodyPr>
          <a:lstStyle/>
          <a:p>
            <a:r>
              <a:rPr lang="en-IN" sz="1600" dirty="0"/>
              <a:t>Sample code:</a:t>
            </a:r>
          </a:p>
        </p:txBody>
      </p:sp>
      <p:pic>
        <p:nvPicPr>
          <p:cNvPr id="4" name="Picture 3">
            <a:extLst>
              <a:ext uri="{FF2B5EF4-FFF2-40B4-BE49-F238E27FC236}">
                <a16:creationId xmlns:a16="http://schemas.microsoft.com/office/drawing/2014/main" id="{CE5A615A-84CC-FDE0-607F-30171B5985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351" y="505326"/>
            <a:ext cx="11503298" cy="6007769"/>
          </a:xfrm>
          <a:prstGeom prst="rect">
            <a:avLst/>
          </a:prstGeom>
        </p:spPr>
      </p:pic>
    </p:spTree>
    <p:extLst>
      <p:ext uri="{BB962C8B-B14F-4D97-AF65-F5344CB8AC3E}">
        <p14:creationId xmlns:p14="http://schemas.microsoft.com/office/powerpoint/2010/main" val="641412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95954-E5EC-6917-DBFD-B723D0DF04EB}"/>
              </a:ext>
            </a:extLst>
          </p:cNvPr>
          <p:cNvSpPr>
            <a:spLocks noGrp="1"/>
          </p:cNvSpPr>
          <p:nvPr>
            <p:ph type="title"/>
          </p:nvPr>
        </p:nvSpPr>
        <p:spPr>
          <a:xfrm>
            <a:off x="0" y="0"/>
            <a:ext cx="12192000" cy="6858000"/>
          </a:xfrm>
        </p:spPr>
        <p:txBody>
          <a:bodyPr>
            <a:normAutofit fontScale="90000"/>
          </a:bodyPr>
          <a:lstStyle/>
          <a:p>
            <a:r>
              <a:rPr lang="en-US" b="1" dirty="0"/>
              <a:t>  </a:t>
            </a:r>
            <a:r>
              <a:rPr lang="en-US" sz="3600" dirty="0"/>
              <a:t>Screenshots of Output</a:t>
            </a:r>
            <a:br>
              <a:rPr lang="en-US" dirty="0"/>
            </a:br>
            <a:r>
              <a:rPr lang="en-US" sz="1800" dirty="0"/>
              <a:t>Login/Register page :      </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r>
              <a:rPr lang="en-US" sz="1800" dirty="0"/>
              <a:t> </a:t>
            </a:r>
            <a:br>
              <a:rPr lang="en-US" sz="1800" dirty="0"/>
            </a:br>
            <a:br>
              <a:rPr lang="en-US" sz="1800" dirty="0"/>
            </a:br>
            <a:br>
              <a:rPr lang="en-US" sz="1800" dirty="0"/>
            </a:br>
            <a:endParaRPr lang="en-IN" sz="1800" dirty="0"/>
          </a:p>
        </p:txBody>
      </p:sp>
      <p:pic>
        <p:nvPicPr>
          <p:cNvPr id="5" name="Picture 4">
            <a:extLst>
              <a:ext uri="{FF2B5EF4-FFF2-40B4-BE49-F238E27FC236}">
                <a16:creationId xmlns:a16="http://schemas.microsoft.com/office/drawing/2014/main" id="{9724A738-4E05-965E-E10F-7C6A4B8F32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391" y="1475874"/>
            <a:ext cx="3288808" cy="4475747"/>
          </a:xfrm>
          <a:prstGeom prst="rect">
            <a:avLst/>
          </a:prstGeom>
        </p:spPr>
      </p:pic>
    </p:spTree>
    <p:extLst>
      <p:ext uri="{BB962C8B-B14F-4D97-AF65-F5344CB8AC3E}">
        <p14:creationId xmlns:p14="http://schemas.microsoft.com/office/powerpoint/2010/main" val="2009660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1A03F8F-5C14-4C6B-4AFA-58782AA9F156}"/>
              </a:ext>
            </a:extLst>
          </p:cNvPr>
          <p:cNvSpPr>
            <a:spLocks noGrp="1"/>
          </p:cNvSpPr>
          <p:nvPr>
            <p:ph type="title"/>
          </p:nvPr>
        </p:nvSpPr>
        <p:spPr>
          <a:xfrm>
            <a:off x="0" y="80963"/>
            <a:ext cx="11968163" cy="6777037"/>
          </a:xfrm>
        </p:spPr>
        <p:txBody>
          <a:bodyPr>
            <a:normAutofit/>
          </a:bodyPr>
          <a:lstStyle/>
          <a:p>
            <a:r>
              <a:rPr lang="en-IN" sz="2000" dirty="0"/>
              <a:t>Menu:</a:t>
            </a: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endParaRPr lang="en-IN" sz="2000" dirty="0"/>
          </a:p>
        </p:txBody>
      </p:sp>
      <p:pic>
        <p:nvPicPr>
          <p:cNvPr id="3" name="Picture 2">
            <a:extLst>
              <a:ext uri="{FF2B5EF4-FFF2-40B4-BE49-F238E27FC236}">
                <a16:creationId xmlns:a16="http://schemas.microsoft.com/office/drawing/2014/main" id="{3EDA49E0-27FB-6011-5B73-E783E2D15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577516"/>
            <a:ext cx="10985044" cy="5791200"/>
          </a:xfrm>
          <a:prstGeom prst="rect">
            <a:avLst/>
          </a:prstGeom>
        </p:spPr>
      </p:pic>
    </p:spTree>
    <p:extLst>
      <p:ext uri="{BB962C8B-B14F-4D97-AF65-F5344CB8AC3E}">
        <p14:creationId xmlns:p14="http://schemas.microsoft.com/office/powerpoint/2010/main" val="407644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1DEA2-2060-A80A-5D2A-947F6784C24B}"/>
              </a:ext>
            </a:extLst>
          </p:cNvPr>
          <p:cNvSpPr>
            <a:spLocks noGrp="1"/>
          </p:cNvSpPr>
          <p:nvPr>
            <p:ph type="title"/>
          </p:nvPr>
        </p:nvSpPr>
        <p:spPr>
          <a:xfrm>
            <a:off x="162560" y="1"/>
            <a:ext cx="11765280" cy="6583680"/>
          </a:xfrm>
        </p:spPr>
        <p:txBody>
          <a:bodyPr>
            <a:normAutofit fontScale="90000"/>
          </a:bodyPr>
          <a:lstStyle/>
          <a:p>
            <a:r>
              <a:rPr lang="en-IN" sz="2000" dirty="0"/>
              <a:t>Cart page:                                                                                  </a:t>
            </a:r>
            <a:br>
              <a:rPr lang="en-IN" sz="2000" dirty="0"/>
            </a:br>
            <a:r>
              <a:rPr lang="en-IN" sz="2000" dirty="0"/>
              <a:t>                                                                                                       Order placed page:</a:t>
            </a: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endParaRPr lang="en-IN" sz="2000" dirty="0"/>
          </a:p>
        </p:txBody>
      </p:sp>
      <p:pic>
        <p:nvPicPr>
          <p:cNvPr id="6" name="Picture 5">
            <a:extLst>
              <a:ext uri="{FF2B5EF4-FFF2-40B4-BE49-F238E27FC236}">
                <a16:creationId xmlns:a16="http://schemas.microsoft.com/office/drawing/2014/main" id="{2C486D8B-0632-E49B-FD1E-0BCDC62F7D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622" y="601579"/>
            <a:ext cx="3284799" cy="5559808"/>
          </a:xfrm>
          <a:prstGeom prst="rect">
            <a:avLst/>
          </a:prstGeom>
        </p:spPr>
      </p:pic>
      <p:pic>
        <p:nvPicPr>
          <p:cNvPr id="7" name="Picture 6">
            <a:extLst>
              <a:ext uri="{FF2B5EF4-FFF2-40B4-BE49-F238E27FC236}">
                <a16:creationId xmlns:a16="http://schemas.microsoft.com/office/drawing/2014/main" id="{12950059-464F-F97C-0BE3-D219B357A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5428" y="1339515"/>
            <a:ext cx="4005525" cy="4437839"/>
          </a:xfrm>
          <a:prstGeom prst="rect">
            <a:avLst/>
          </a:prstGeom>
        </p:spPr>
      </p:pic>
    </p:spTree>
    <p:extLst>
      <p:ext uri="{BB962C8B-B14F-4D97-AF65-F5344CB8AC3E}">
        <p14:creationId xmlns:p14="http://schemas.microsoft.com/office/powerpoint/2010/main" val="3182328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6DFA1-2AAF-2359-489F-5A500C4D3D5A}"/>
              </a:ext>
            </a:extLst>
          </p:cNvPr>
          <p:cNvSpPr>
            <a:spLocks noGrp="1"/>
          </p:cNvSpPr>
          <p:nvPr>
            <p:ph type="title"/>
          </p:nvPr>
        </p:nvSpPr>
        <p:spPr>
          <a:xfrm>
            <a:off x="101600" y="172721"/>
            <a:ext cx="11744960" cy="6339840"/>
          </a:xfrm>
        </p:spPr>
        <p:txBody>
          <a:bodyPr>
            <a:normAutofit/>
          </a:bodyPr>
          <a:lstStyle/>
          <a:p>
            <a:r>
              <a:rPr lang="en-IN" sz="2000" dirty="0"/>
              <a:t>Admin dashboard:</a:t>
            </a: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endParaRPr lang="en-IN" sz="2000" dirty="0"/>
          </a:p>
        </p:txBody>
      </p:sp>
      <p:pic>
        <p:nvPicPr>
          <p:cNvPr id="5" name="Picture 4">
            <a:extLst>
              <a:ext uri="{FF2B5EF4-FFF2-40B4-BE49-F238E27FC236}">
                <a16:creationId xmlns:a16="http://schemas.microsoft.com/office/drawing/2014/main" id="{B7AD10C3-3FA0-4361-3208-8AE3E54C7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284" y="891931"/>
            <a:ext cx="9873916" cy="5074137"/>
          </a:xfrm>
          <a:prstGeom prst="rect">
            <a:avLst/>
          </a:prstGeom>
        </p:spPr>
      </p:pic>
    </p:spTree>
    <p:extLst>
      <p:ext uri="{BB962C8B-B14F-4D97-AF65-F5344CB8AC3E}">
        <p14:creationId xmlns:p14="http://schemas.microsoft.com/office/powerpoint/2010/main" val="3815441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18641-4658-BEB7-685A-7C98D6FE5F48}"/>
              </a:ext>
            </a:extLst>
          </p:cNvPr>
          <p:cNvSpPr>
            <a:spLocks noGrp="1"/>
          </p:cNvSpPr>
          <p:nvPr>
            <p:ph type="title"/>
          </p:nvPr>
        </p:nvSpPr>
        <p:spPr>
          <a:xfrm>
            <a:off x="0" y="162561"/>
            <a:ext cx="12039600" cy="6593840"/>
          </a:xfrm>
        </p:spPr>
        <p:txBody>
          <a:bodyPr>
            <a:normAutofit fontScale="90000"/>
          </a:bodyPr>
          <a:lstStyle/>
          <a:p>
            <a:br>
              <a:rPr lang="en-IN" dirty="0"/>
            </a:br>
            <a:br>
              <a:rPr lang="en-IN" dirty="0"/>
            </a:br>
            <a:br>
              <a:rPr lang="en-IN" dirty="0"/>
            </a:br>
            <a:r>
              <a:rPr lang="en-IN" sz="2000" dirty="0"/>
              <a:t>add item:</a:t>
            </a: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br>
              <a:rPr lang="en-IN" sz="2000" dirty="0"/>
            </a:br>
            <a:endParaRPr lang="en-IN" sz="2000" dirty="0"/>
          </a:p>
        </p:txBody>
      </p:sp>
      <p:pic>
        <p:nvPicPr>
          <p:cNvPr id="5" name="Picture 4">
            <a:extLst>
              <a:ext uri="{FF2B5EF4-FFF2-40B4-BE49-F238E27FC236}">
                <a16:creationId xmlns:a16="http://schemas.microsoft.com/office/drawing/2014/main" id="{0E91A1B9-9E4E-3418-8E3F-2D604D764A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769" y="675852"/>
            <a:ext cx="9729537" cy="6019587"/>
          </a:xfrm>
          <a:prstGeom prst="rect">
            <a:avLst/>
          </a:prstGeom>
        </p:spPr>
      </p:pic>
    </p:spTree>
    <p:extLst>
      <p:ext uri="{BB962C8B-B14F-4D97-AF65-F5344CB8AC3E}">
        <p14:creationId xmlns:p14="http://schemas.microsoft.com/office/powerpoint/2010/main" val="3922844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67B89-F70A-E77D-7A6D-5A07750E8A87}"/>
              </a:ext>
            </a:extLst>
          </p:cNvPr>
          <p:cNvSpPr>
            <a:spLocks noGrp="1"/>
          </p:cNvSpPr>
          <p:nvPr>
            <p:ph type="title"/>
          </p:nvPr>
        </p:nvSpPr>
        <p:spPr>
          <a:xfrm>
            <a:off x="609600" y="304800"/>
            <a:ext cx="11049000" cy="6417733"/>
          </a:xfrm>
        </p:spPr>
        <p:txBody>
          <a:bodyPr/>
          <a:lstStyle/>
          <a:p>
            <a:r>
              <a:rPr lang="en-US" sz="2400" b="1" dirty="0">
                <a:latin typeface="Times New Roman" panose="02020603050405020304" pitchFamily="18" charset="0"/>
                <a:cs typeface="Times New Roman" panose="02020603050405020304" pitchFamily="18" charset="0"/>
              </a:rPr>
              <a:t>Conclusion:</a:t>
            </a:r>
            <a:br>
              <a:rPr lang="en-US" b="1" dirty="0"/>
            </a:br>
            <a:br>
              <a:rPr lang="en-US" b="1" dirty="0"/>
            </a:br>
            <a:r>
              <a:rPr lang="en-US" sz="2000" dirty="0">
                <a:latin typeface="Times New Roman" panose="02020603050405020304" pitchFamily="18" charset="0"/>
                <a:cs typeface="Times New Roman" panose="02020603050405020304" pitchFamily="18" charset="0"/>
              </a:rPr>
              <a:t>The canteen website successfully reduces waiting time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Provides easy and fast ordering system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Improves efficiency and user experience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Meets all project objectives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Works effectively in real-time environment</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5490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87FDE-2EEF-0A24-1388-E2008999DF00}"/>
              </a:ext>
            </a:extLst>
          </p:cNvPr>
          <p:cNvSpPr>
            <a:spLocks noGrp="1"/>
          </p:cNvSpPr>
          <p:nvPr>
            <p:ph type="title"/>
          </p:nvPr>
        </p:nvSpPr>
        <p:spPr>
          <a:xfrm>
            <a:off x="440267" y="365125"/>
            <a:ext cx="10913533" cy="6238875"/>
          </a:xfrm>
        </p:spPr>
        <p:txBody>
          <a:bodyPr/>
          <a:lstStyle/>
          <a:p>
            <a:r>
              <a:rPr lang="en-US" b="1" dirty="0"/>
              <a:t> </a:t>
            </a:r>
            <a:r>
              <a:rPr lang="en-US" sz="2400" b="1" dirty="0">
                <a:latin typeface="Times New Roman" panose="02020603050405020304" pitchFamily="18" charset="0"/>
                <a:cs typeface="Times New Roman" panose="02020603050405020304" pitchFamily="18" charset="0"/>
              </a:rPr>
              <a:t>Future Enhancement:</a:t>
            </a:r>
            <a:br>
              <a:rPr lang="en-US" b="1" dirty="0"/>
            </a:br>
            <a:br>
              <a:rPr lang="en-US" b="1" dirty="0"/>
            </a:br>
            <a:r>
              <a:rPr lang="en-US" sz="2000" dirty="0">
                <a:latin typeface="Times New Roman" panose="02020603050405020304" pitchFamily="18" charset="0"/>
                <a:cs typeface="Times New Roman" panose="02020603050405020304" pitchFamily="18" charset="0"/>
              </a:rPr>
              <a:t> Add online payment integration (UPI, cards)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Mobile app version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Notifications (SMS/Email)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Backend  Connection</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Out of stock </a:t>
            </a:r>
            <a:r>
              <a:rPr lang="en-US" sz="2000" dirty="0" err="1">
                <a:latin typeface="Times New Roman" panose="02020603050405020304" pitchFamily="18" charset="0"/>
                <a:cs typeface="Times New Roman" panose="02020603050405020304" pitchFamily="18" charset="0"/>
              </a:rPr>
              <a:t>updation</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AI-based food recommendations</a:t>
            </a:r>
            <a:br>
              <a:rPr lang="en-US" sz="3600" dirty="0"/>
            </a:br>
            <a:endParaRPr lang="en-IN" sz="3600" dirty="0"/>
          </a:p>
        </p:txBody>
      </p:sp>
    </p:spTree>
    <p:extLst>
      <p:ext uri="{BB962C8B-B14F-4D97-AF65-F5344CB8AC3E}">
        <p14:creationId xmlns:p14="http://schemas.microsoft.com/office/powerpoint/2010/main" val="3495911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B2616-0842-AFE2-3D4A-6E147C8E24A7}"/>
              </a:ext>
            </a:extLst>
          </p:cNvPr>
          <p:cNvSpPr>
            <a:spLocks noGrp="1"/>
          </p:cNvSpPr>
          <p:nvPr>
            <p:ph type="title"/>
          </p:nvPr>
        </p:nvSpPr>
        <p:spPr>
          <a:xfrm>
            <a:off x="338667" y="365125"/>
            <a:ext cx="11413066" cy="5967942"/>
          </a:xfrm>
        </p:spPr>
        <p:txBody>
          <a:bodyPr>
            <a:normAutofit/>
          </a:bodyPr>
          <a:lstStyle/>
          <a:p>
            <a:r>
              <a:rPr lang="en-US" sz="2700" b="1" dirty="0"/>
              <a:t> </a:t>
            </a:r>
            <a:r>
              <a:rPr lang="en-US" sz="2400" b="1" dirty="0">
                <a:latin typeface="Times New Roman" panose="02020603050405020304" pitchFamily="18" charset="0"/>
                <a:cs typeface="Times New Roman" panose="02020603050405020304" pitchFamily="18" charset="0"/>
              </a:rPr>
              <a:t>References</a:t>
            </a:r>
            <a:r>
              <a:rPr lang="en-US" sz="2400" b="1" dirty="0">
                <a:latin typeface="Bahnschrift" panose="020B0502040204020203" pitchFamily="34" charset="0"/>
              </a:rPr>
              <a:t>:</a:t>
            </a:r>
            <a:br>
              <a:rPr lang="en-US" sz="4000" dirty="0"/>
            </a:br>
            <a:br>
              <a:rPr lang="en-US" sz="2700" b="1" dirty="0"/>
            </a:br>
            <a:r>
              <a:rPr lang="en-IN" sz="2000" b="1" dirty="0">
                <a:latin typeface="Times New Roman" panose="02020603050405020304" pitchFamily="18" charset="0"/>
                <a:cs typeface="Times New Roman" panose="02020603050405020304" pitchFamily="18" charset="0"/>
              </a:rPr>
              <a:t>[1]</a:t>
            </a:r>
            <a:r>
              <a:rPr lang="en-IN" sz="2000" dirty="0">
                <a:latin typeface="Times New Roman" panose="02020603050405020304" pitchFamily="18" charset="0"/>
                <a:cs typeface="Times New Roman" panose="02020603050405020304" pitchFamily="18" charset="0"/>
              </a:rPr>
              <a:t> Sujata Joshi, </a:t>
            </a:r>
            <a:r>
              <a:rPr lang="en-IN" sz="2000" dirty="0" err="1">
                <a:latin typeface="Times New Roman" panose="02020603050405020304" pitchFamily="18" charset="0"/>
                <a:cs typeface="Times New Roman" panose="02020603050405020304" pitchFamily="18" charset="0"/>
              </a:rPr>
              <a:t>Bivek</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Kasaju</a:t>
            </a:r>
            <a:r>
              <a:rPr lang="en-IN" sz="2000" dirty="0">
                <a:latin typeface="Times New Roman" panose="02020603050405020304" pitchFamily="18" charset="0"/>
                <a:cs typeface="Times New Roman" panose="02020603050405020304" pitchFamily="18" charset="0"/>
              </a:rPr>
              <a:t>, Pratik Karki, et al., </a:t>
            </a:r>
            <a:r>
              <a:rPr lang="en-IN" sz="2000" i="1" dirty="0">
                <a:latin typeface="Times New Roman" panose="02020603050405020304" pitchFamily="18" charset="0"/>
                <a:cs typeface="Times New Roman" panose="02020603050405020304" pitchFamily="18" charset="0"/>
              </a:rPr>
              <a:t>"Smart Canteen Management System"</a:t>
            </a:r>
            <a:r>
              <a:rPr lang="en-IN" sz="2000" dirty="0">
                <a:latin typeface="Times New Roman" panose="02020603050405020304" pitchFamily="18" charset="0"/>
                <a:cs typeface="Times New Roman" panose="02020603050405020304" pitchFamily="18" charset="0"/>
              </a:rPr>
              <a:t>, International Journal for Research in Applied Science &amp; Engineering Technology (IJRASET), 2022. Available: </a:t>
            </a:r>
            <a:r>
              <a:rPr lang="en-IN" sz="2000" dirty="0">
                <a:latin typeface="Times New Roman" panose="02020603050405020304" pitchFamily="18" charset="0"/>
                <a:cs typeface="Times New Roman" panose="02020603050405020304" pitchFamily="18" charset="0"/>
                <a:hlinkClick r:id="rId2"/>
              </a:rPr>
              <a:t>https://ieeexplore.ieee.org/abstract/document/9971803</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 Prathamesh </a:t>
            </a:r>
            <a:r>
              <a:rPr lang="en-IN" sz="2000" dirty="0" err="1">
                <a:latin typeface="Times New Roman" panose="02020603050405020304" pitchFamily="18" charset="0"/>
                <a:cs typeface="Times New Roman" panose="02020603050405020304" pitchFamily="18" charset="0"/>
              </a:rPr>
              <a:t>Auti</a:t>
            </a:r>
            <a:r>
              <a:rPr lang="en-IN" sz="2000" dirty="0">
                <a:latin typeface="Times New Roman" panose="02020603050405020304" pitchFamily="18" charset="0"/>
                <a:cs typeface="Times New Roman" panose="02020603050405020304" pitchFamily="18" charset="0"/>
              </a:rPr>
              <a:t>, Mohit </a:t>
            </a:r>
            <a:r>
              <a:rPr lang="en-IN" sz="2000" dirty="0" err="1">
                <a:latin typeface="Times New Roman" panose="02020603050405020304" pitchFamily="18" charset="0"/>
                <a:cs typeface="Times New Roman" panose="02020603050405020304" pitchFamily="18" charset="0"/>
              </a:rPr>
              <a:t>Bawankar</a:t>
            </a:r>
            <a:r>
              <a:rPr lang="en-IN" sz="2000" dirty="0">
                <a:latin typeface="Times New Roman" panose="02020603050405020304" pitchFamily="18" charset="0"/>
                <a:cs typeface="Times New Roman" panose="02020603050405020304" pitchFamily="18" charset="0"/>
              </a:rPr>
              <a:t>, Pranav </a:t>
            </a:r>
            <a:r>
              <a:rPr lang="en-IN" sz="2000" dirty="0" err="1">
                <a:latin typeface="Times New Roman" panose="02020603050405020304" pitchFamily="18" charset="0"/>
                <a:cs typeface="Times New Roman" panose="02020603050405020304" pitchFamily="18" charset="0"/>
              </a:rPr>
              <a:t>Bochare</a:t>
            </a:r>
            <a:r>
              <a:rPr lang="en-IN" sz="2000" dirty="0">
                <a:latin typeface="Times New Roman" panose="02020603050405020304" pitchFamily="18" charset="0"/>
                <a:cs typeface="Times New Roman" panose="02020603050405020304" pitchFamily="18" charset="0"/>
              </a:rPr>
              <a:t>, Vaibhav Harane, Nitisha K. </a:t>
            </a:r>
            <a:r>
              <a:rPr lang="en-IN" sz="2000" dirty="0" err="1">
                <a:latin typeface="Times New Roman" panose="02020603050405020304" pitchFamily="18" charset="0"/>
                <a:cs typeface="Times New Roman" panose="02020603050405020304" pitchFamily="18" charset="0"/>
              </a:rPr>
              <a:t>Rajgure</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"Smart Canteen System"</a:t>
            </a:r>
            <a:r>
              <a:rPr lang="en-IN" sz="2000" dirty="0">
                <a:latin typeface="Times New Roman" panose="02020603050405020304" pitchFamily="18" charset="0"/>
                <a:cs typeface="Times New Roman" panose="02020603050405020304" pitchFamily="18" charset="0"/>
              </a:rPr>
              <a:t>, International Journal for Research in Applied Science &amp; Engineering Technology (IJRASET), 2021. DOI: </a:t>
            </a:r>
            <a:r>
              <a:rPr lang="en-IN" sz="2000" dirty="0">
                <a:latin typeface="Times New Roman" panose="02020603050405020304" pitchFamily="18" charset="0"/>
                <a:cs typeface="Times New Roman" panose="02020603050405020304" pitchFamily="18" charset="0"/>
                <a:hlinkClick r:id="rId3"/>
              </a:rPr>
              <a:t>https://doi.org/10.22214/IJRASET.2021.34840</a:t>
            </a: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[3]</a:t>
            </a:r>
            <a:r>
              <a:rPr lang="en-IN" sz="2000" dirty="0">
                <a:latin typeface="Times New Roman" panose="02020603050405020304" pitchFamily="18" charset="0"/>
                <a:cs typeface="Times New Roman" panose="02020603050405020304" pitchFamily="18" charset="0"/>
              </a:rPr>
              <a:t> Harshada </a:t>
            </a:r>
            <a:r>
              <a:rPr lang="en-IN" sz="2000" dirty="0" err="1">
                <a:latin typeface="Times New Roman" panose="02020603050405020304" pitchFamily="18" charset="0"/>
                <a:cs typeface="Times New Roman" panose="02020603050405020304" pitchFamily="18" charset="0"/>
              </a:rPr>
              <a:t>Menewar</a:t>
            </a:r>
            <a:r>
              <a:rPr lang="en-IN" sz="2000" dirty="0">
                <a:latin typeface="Times New Roman" panose="02020603050405020304" pitchFamily="18" charset="0"/>
                <a:cs typeface="Times New Roman" panose="02020603050405020304" pitchFamily="18" charset="0"/>
              </a:rPr>
              <a:t>, Siya Bhandari, Prajakta Mahajan, Prof. Kiran Dange, </a:t>
            </a:r>
            <a:r>
              <a:rPr lang="en-IN" sz="2000" i="1" dirty="0">
                <a:latin typeface="Times New Roman" panose="02020603050405020304" pitchFamily="18" charset="0"/>
                <a:cs typeface="Times New Roman" panose="02020603050405020304" pitchFamily="18" charset="0"/>
              </a:rPr>
              <a:t>"Smart Canteen and Cafeteria Management System using RFID &amp; IoT"</a:t>
            </a:r>
            <a:r>
              <a:rPr lang="en-IN" sz="2000" dirty="0">
                <a:latin typeface="Times New Roman" panose="02020603050405020304" pitchFamily="18" charset="0"/>
                <a:cs typeface="Times New Roman" panose="02020603050405020304" pitchFamily="18" charset="0"/>
              </a:rPr>
              <a:t>, International Journal for Research in Applied Science &amp; Engineering Technology (IJRASET), 2022. DOI: </a:t>
            </a:r>
            <a:r>
              <a:rPr lang="en-IN" sz="2000" dirty="0">
                <a:latin typeface="Times New Roman" panose="02020603050405020304" pitchFamily="18" charset="0"/>
                <a:cs typeface="Times New Roman" panose="02020603050405020304" pitchFamily="18" charset="0"/>
                <a:hlinkClick r:id="rId4"/>
              </a:rPr>
              <a:t>https://doi.org/10.22214/ijraset.2023.51975</a:t>
            </a:r>
            <a:br>
              <a:rPr lang="en-IN"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079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07230" y="2643450"/>
            <a:ext cx="4708620" cy="1015655"/>
          </a:xfrm>
          <a:prstGeom prst="rect">
            <a:avLst/>
          </a:prstGeom>
          <a:noFill/>
        </p:spPr>
        <p:txBody>
          <a:bodyPr wrap="none" lIns="91428" tIns="45715" rIns="91428" bIns="45715" rtlCol="0">
            <a:spAutoFit/>
          </a:bodyPr>
          <a:lstStyle/>
          <a:p>
            <a:r>
              <a:rPr lang="en-IN" sz="6000" dirty="0">
                <a:latin typeface="Times New Roman" pitchFamily="18" charset="0"/>
                <a:cs typeface="Times New Roman" pitchFamily="18" charset="0"/>
              </a:rPr>
              <a:t>THANK YOU</a:t>
            </a:r>
          </a:p>
        </p:txBody>
      </p:sp>
    </p:spTree>
    <p:extLst>
      <p:ext uri="{BB962C8B-B14F-4D97-AF65-F5344CB8AC3E}">
        <p14:creationId xmlns:p14="http://schemas.microsoft.com/office/powerpoint/2010/main" val="2973792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9373</TotalTime>
  <Words>1100</Words>
  <Application>Microsoft Office PowerPoint</Application>
  <PresentationFormat>Widescreen</PresentationFormat>
  <Paragraphs>89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Bahnschrift</vt:lpstr>
      <vt:lpstr>Bookman Old Style</vt:lpstr>
      <vt:lpstr>Times New Roman</vt:lpstr>
      <vt:lpstr>Office Theme</vt:lpstr>
      <vt:lpstr>PowerPoint Presentation</vt:lpstr>
      <vt:lpstr>ABSTRACT </vt:lpstr>
      <vt:lpstr>INTRODUCTION</vt:lpstr>
      <vt:lpstr>Problem Statement</vt:lpstr>
      <vt:lpstr>PowerPoint Presentation</vt:lpstr>
      <vt:lpstr>  Existing System:</vt:lpstr>
      <vt:lpstr>               Applications of the Project  Useful in college canteens   Can be used in restaurants and cafes  Offices &amp; Corporate Companies  Schools &amp;Food Courts &amp; Malls  Railway Stations &amp; Airports  Industrial Canteens  </vt:lpstr>
      <vt:lpstr> Proposed System</vt:lpstr>
      <vt:lpstr>                                    Software and Hardware Details  Software Requirements : Frontend: HTML, CSS, JavaScript Database: Local storage Tools : VS Code / Browser (Chrome).   HardwareRequirements: Computer/Laptop Minimum 4GB RAM Internet connection Server (local or online hosting)</vt:lpstr>
      <vt:lpstr>PowerPoint Presentation</vt:lpstr>
      <vt:lpstr>PowerPoint Presentation</vt:lpstr>
      <vt:lpstr>Sample code:</vt:lpstr>
      <vt:lpstr>  Screenshots of Output Login/Register page :                               </vt:lpstr>
      <vt:lpstr>Menu:                      </vt:lpstr>
      <vt:lpstr>Cart page:                                                                                                                                                                                          Order placed page:                      </vt:lpstr>
      <vt:lpstr>Admin dashboard:                     </vt:lpstr>
      <vt:lpstr>   add item:                               </vt:lpstr>
      <vt:lpstr>Conclusion:  The canteen website successfully reduces waiting time   Provides easy and fast ordering system   Improves efficiency and user experience   Meets all project objectives   Works effectively in real-time environment </vt:lpstr>
      <vt:lpstr> Future Enhancement:   Add online payment integration (UPI, cards)    Mobile app version   Notifications (SMS/Email)   Backend  Connection  Out of stock updation   AI-based food recommendations </vt:lpstr>
      <vt:lpstr> References:  [1] Sujata Joshi, Bivek Kasaju, Pratik Karki, et al., "Smart Canteen Management System", International Journal for Research in Applied Science &amp; Engineering Technology (IJRASET), 2022. Available: https://ieeexplore.ieee.org/abstract/document/9971803  [2] Prathamesh Auti, Mohit Bawankar, Pranav Bochare, Vaibhav Harane, Nitisha K. Rajgure, "Smart Canteen System", International Journal for Research in Applied Science &amp; Engineering Technology (IJRASET), 2021. DOI: https://doi.org/10.22214/IJRASET.2021.34840  [3] Harshada Menewar, Siya Bhandari, Prajakta Mahajan, Prof. Kiran Dange, "Smart Canteen and Cafeteria Management System using RFID &amp; IoT", International Journal for Research in Applied Science &amp; Engineering Technology (IJRASET), 2022. DOI: https://doi.org/10.22214/ijraset.2023.51975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K.Nithish</dc:creator>
  <cp:keywords>phase1</cp:keywords>
  <cp:lastModifiedBy>Akshaya Gunda</cp:lastModifiedBy>
  <cp:revision>90</cp:revision>
  <dcterms:created xsi:type="dcterms:W3CDTF">2024-02-16T12:49:13Z</dcterms:created>
  <dcterms:modified xsi:type="dcterms:W3CDTF">2026-04-24T10:20:26Z</dcterms:modified>
</cp:coreProperties>
</file>